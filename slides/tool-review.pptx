
<file path=[Content_Types].xml><?xml version="1.0" encoding="utf-8"?>
<Types xmlns="http://schemas.openxmlformats.org/package/2006/content-types">
  <Default Extension="emf" ContentType="image/x-emf"/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embeddings/oleObject1.bin" ContentType="application/vnd.openxmlformats-officedocument.oleObject"/>
  <Override PartName="/ppt/embeddings/oleObject2.bin" ContentType="application/vnd.openxmlformats-officedocument.oleObject"/>
  <Override PartName="/ppt/embeddings/oleObject5.bin" ContentType="application/vnd.openxmlformats-officedocument.oleObject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53.xml" ContentType="application/vnd.openxmlformats-officedocument.presentationml.tags+xml"/>
  <Override PartName="/ppt/tags/tag254.xml" ContentType="application/vnd.openxmlformats-officedocument.presentationml.tags+xml"/>
  <Override PartName="/ppt/tags/tag255.xml" ContentType="application/vnd.openxmlformats-officedocument.presentationml.tags+xml"/>
  <Override PartName="/ppt/tags/tag256.xml" ContentType="application/vnd.openxmlformats-officedocument.presentationml.tags+xml"/>
  <Override PartName="/ppt/tags/tag257.xml" ContentType="application/vnd.openxmlformats-officedocument.presentationml.tags+xml"/>
  <Override PartName="/ppt/tags/tag258.xml" ContentType="application/vnd.openxmlformats-officedocument.presentationml.tags+xml"/>
  <Override PartName="/ppt/tags/tag259.xml" ContentType="application/vnd.openxmlformats-officedocument.presentationml.tags+xml"/>
  <Override PartName="/ppt/tags/tag26.xml" ContentType="application/vnd.openxmlformats-officedocument.presentationml.tags+xml"/>
  <Override PartName="/ppt/tags/tag260.xml" ContentType="application/vnd.openxmlformats-officedocument.presentationml.tags+xml"/>
  <Override PartName="/ppt/tags/tag261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8" r:id="rId1"/>
  </p:sldMasterIdLst>
  <p:notesMasterIdLst>
    <p:notesMasterId r:id="rId3"/>
  </p:notesMasterIdLst>
  <p:sldIdLst>
    <p:sldId id="262" r:id="rId28"/>
    <p:sldId id="256" r:id="rId2"/>
    <p:sldId id="257" r:id="rId23"/>
    <p:sldId id="258" r:id="rId24"/>
    <p:sldId id="259" r:id="rId25"/>
    <p:sldId id="260" r:id="rId26"/>
    <p:sldId id="261" r:id="rId27"/>
  </p:sldIdLst>
  <p:sldSz cx="12192000" cy="6858000"/>
  <p:notesSz cx="7315200" cy="9601200"/>
  <p:embeddedFontLst>
    <p:embeddedFont>
      <p:font typeface="Georgia" panose="02040502050405020303" pitchFamily="18" charset="0"/>
      <p:regular r:id="rId4"/>
      <p:bold r:id="rId5"/>
      <p:italic r:id="rId6"/>
      <p:boldItalic r:id="rId7"/>
    </p:embeddedFont>
    <p:embeddedFont>
      <p:font typeface="Inter" panose="02000503000000020004" pitchFamily="2" charset="0"/>
      <p:regular r:id="rId8"/>
      <p:bold r:id="rId9"/>
      <p:italic r:id="rId10"/>
      <p:boldItalic r:id="rId11"/>
    </p:embeddedFont>
    <p:embeddedFont>
      <p:font typeface="Segoe UI" panose="020B0502040204020203" pitchFamily="34" charset="0"/>
      <p:regular r:id="rId12"/>
      <p:bold r:id="rId13"/>
      <p:italic r:id="rId14"/>
      <p:boldItalic r:id="rId15"/>
    </p:embeddedFont>
    <p:embeddedFont>
      <p:font typeface="Yu Mincho Demibold" panose="02020400000000000000" pitchFamily="18" charset="-128"/>
      <p:regular r:id="rId16"/>
      <p:bold r:id="rId17"/>
    </p:embeddedFont>
  </p:embeddedFontLst>
  <p:custDataLst>
    <p:tags r:id="rId18"/>
  </p:custData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595" autoAdjust="0"/>
    <p:restoredTop sz="94635" autoAdjust="0"/>
  </p:normalViewPr>
  <p:slideViewPr>
    <p:cSldViewPr snapToGrid="0">
      <p:cViewPr varScale="1">
        <p:scale>
          <a:sx n="128" d="100"/>
          <a:sy n="128" d="100"/>
        </p:scale>
        <p:origin x="928" y="168"/>
      </p:cViewPr>
      <p:guideLst/>
    </p:cSldViewPr>
  </p:slideViewPr>
  <p:outlineViewPr>
    <p:cViewPr>
      <p:scale>
        <a:sx n="33" d="100"/>
        <a:sy n="33" d="100"/>
      </p:scale>
      <p:origin x="0" y="-312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30" d="100"/>
        <a:sy n="130" d="100"/>
      </p:scale>
      <p:origin x="0" y="0"/>
    </p:cViewPr>
  </p:sorterViewPr>
  <p:notesViewPr>
    <p:cSldViewPr snapToGrid="0">
      <p:cViewPr varScale="1">
        <p:scale>
          <a:sx n="91" d="100"/>
          <a:sy n="91" d="100"/>
        </p:scale>
        <p:origin x="4320" y="200"/>
      </p:cViewPr>
      <p:guideLst/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2.xml"/><Relationship Id="rId3" Type="http://schemas.openxmlformats.org/officeDocument/2006/relationships/notesMaster" Target="notesMasters/notesMaster1.xml"/><Relationship Id="rId4" Type="http://schemas.openxmlformats.org/officeDocument/2006/relationships/font" Target="fonts/font1.fntdata"/><Relationship Id="rId5" Type="http://schemas.openxmlformats.org/officeDocument/2006/relationships/font" Target="fonts/font2.fntdata"/><Relationship Id="rId6" Type="http://schemas.openxmlformats.org/officeDocument/2006/relationships/font" Target="fonts/font3.fntdata"/><Relationship Id="rId7" Type="http://schemas.openxmlformats.org/officeDocument/2006/relationships/font" Target="fonts/font4.fntdata"/><Relationship Id="rId8" Type="http://schemas.openxmlformats.org/officeDocument/2006/relationships/font" Target="fonts/font5.fntdata"/><Relationship Id="rId9" Type="http://schemas.openxmlformats.org/officeDocument/2006/relationships/font" Target="fonts/font6.fntdata"/><Relationship Id="rId10" Type="http://schemas.openxmlformats.org/officeDocument/2006/relationships/font" Target="fonts/font7.fntdata"/><Relationship Id="rId11" Type="http://schemas.openxmlformats.org/officeDocument/2006/relationships/font" Target="fonts/font8.fntdata"/><Relationship Id="rId12" Type="http://schemas.openxmlformats.org/officeDocument/2006/relationships/font" Target="fonts/font9.fntdata"/><Relationship Id="rId13" Type="http://schemas.openxmlformats.org/officeDocument/2006/relationships/font" Target="fonts/font10.fntdata"/><Relationship Id="rId14" Type="http://schemas.openxmlformats.org/officeDocument/2006/relationships/font" Target="fonts/font11.fntdata"/><Relationship Id="rId15" Type="http://schemas.openxmlformats.org/officeDocument/2006/relationships/font" Target="fonts/font12.fntdata"/><Relationship Id="rId16" Type="http://schemas.openxmlformats.org/officeDocument/2006/relationships/font" Target="fonts/font13.fntdata"/><Relationship Id="rId17" Type="http://schemas.openxmlformats.org/officeDocument/2006/relationships/font" Target="fonts/font14.fntdata"/><Relationship Id="rId18" Type="http://schemas.openxmlformats.org/officeDocument/2006/relationships/tags" Target="tags/tag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Relationship Id="rId23" Type="http://schemas.openxmlformats.org/officeDocument/2006/relationships/slide" Target="slides/slide3.xml"/><Relationship Id="rId24" Type="http://schemas.openxmlformats.org/officeDocument/2006/relationships/slide" Target="slides/slide4.xml"/><Relationship Id="rId25" Type="http://schemas.openxmlformats.org/officeDocument/2006/relationships/slide" Target="slides/slide5.xml"/><Relationship Id="rId26" Type="http://schemas.openxmlformats.org/officeDocument/2006/relationships/slide" Target="slides/slide6.xml"/><Relationship Id="rId27" Type="http://schemas.openxmlformats.org/officeDocument/2006/relationships/slide" Target="slides/slide7.xml"/><Relationship Id="rId28" Type="http://schemas.openxmlformats.org/officeDocument/2006/relationships/slide" Target="slides/slide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170238" cy="48101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143375" y="0"/>
            <a:ext cx="3170238" cy="48101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54A3BFE-17F2-A648-BFFB-BC5958CCB0AB}" type="datetimeFigureOut">
              <a:rPr lang="en-US" smtClean="0"/>
              <a:t>2/6/26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777875" y="1200150"/>
            <a:ext cx="5759450" cy="32400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31838" y="4621213"/>
            <a:ext cx="5851525" cy="37798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120188"/>
            <a:ext cx="3170238" cy="48101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143375" y="9120188"/>
            <a:ext cx="3170238" cy="48101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0A32A8B-668D-6144-B0A8-58211A00B8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34966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tags" Target="../tags/tag24.xml"/><Relationship Id="rId2" Type="http://schemas.openxmlformats.org/officeDocument/2006/relationships/tags" Target="../tags/tag25.xml"/><Relationship Id="rId3" Type="http://schemas.openxmlformats.org/officeDocument/2006/relationships/tags" Target="../tags/tag26.xml"/><Relationship Id="rId4" Type="http://schemas.openxmlformats.org/officeDocument/2006/relationships/tags" Target="../tags/tag27.xml"/><Relationship Id="rId5" Type="http://schemas.openxmlformats.org/officeDocument/2006/relationships/tags" Target="../tags/tag28.xml"/><Relationship Id="rId6" Type="http://schemas.openxmlformats.org/officeDocument/2006/relationships/tags" Target="../tags/tag29.xml"/><Relationship Id="rId7" Type="http://schemas.openxmlformats.org/officeDocument/2006/relationships/slideMaster" Target="../slideMasters/slideMaster1.xml"/><Relationship Id="rId8" Type="http://schemas.openxmlformats.org/officeDocument/2006/relationships/image" Target="../media/image2.jpeg"/><Relationship Id="rId9" Type="http://schemas.openxmlformats.org/officeDocument/2006/relationships/oleObject" Target="../embeddings/oleObject2.bin"/><Relationship Id="rId10" Type="http://schemas.openxmlformats.org/officeDocument/2006/relationships/image" Target="../media/image3.emf"/><Relationship Id="rId11" Type="http://schemas.openxmlformats.org/officeDocument/2006/relationships/image" Target="../media/image4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tags" Target="../tags/tag30.xml"/><Relationship Id="rId2" Type="http://schemas.openxmlformats.org/officeDocument/2006/relationships/tags" Target="../tags/tag31.xml"/><Relationship Id="rId3" Type="http://schemas.openxmlformats.org/officeDocument/2006/relationships/tags" Target="../tags/tag32.xml"/><Relationship Id="rId4" Type="http://schemas.openxmlformats.org/officeDocument/2006/relationships/tags" Target="../tags/tag33.xml"/><Relationship Id="rId5" Type="http://schemas.openxmlformats.org/officeDocument/2006/relationships/tags" Target="../tags/tag34.xml"/><Relationship Id="rId6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tags" Target="../tags/tag75.xml"/><Relationship Id="rId2" Type="http://schemas.openxmlformats.org/officeDocument/2006/relationships/tags" Target="../tags/tag76.xml"/><Relationship Id="rId3" Type="http://schemas.openxmlformats.org/officeDocument/2006/relationships/tags" Target="../tags/tag77.xml"/><Relationship Id="rId4" Type="http://schemas.openxmlformats.org/officeDocument/2006/relationships/tags" Target="../tags/tag78.xml"/><Relationship Id="rId5" Type="http://schemas.openxmlformats.org/officeDocument/2006/relationships/tags" Target="../tags/tag79.xml"/><Relationship Id="rId6" Type="http://schemas.openxmlformats.org/officeDocument/2006/relationships/tags" Target="../tags/tag80.xml"/><Relationship Id="rId7" Type="http://schemas.openxmlformats.org/officeDocument/2006/relationships/tags" Target="../tags/tag81.xml"/><Relationship Id="rId8" Type="http://schemas.openxmlformats.org/officeDocument/2006/relationships/tags" Target="../tags/tag82.xml"/><Relationship Id="rId9" Type="http://schemas.openxmlformats.org/officeDocument/2006/relationships/tags" Target="../tags/tag83.xml"/><Relationship Id="rId10" Type="http://schemas.openxmlformats.org/officeDocument/2006/relationships/tags" Target="../tags/tag84.xml"/><Relationship Id="rId11" Type="http://schemas.openxmlformats.org/officeDocument/2006/relationships/tags" Target="../tags/tag85.xml"/><Relationship Id="rId12" Type="http://schemas.openxmlformats.org/officeDocument/2006/relationships/tags" Target="../tags/tag86.xml"/><Relationship Id="rId13" Type="http://schemas.openxmlformats.org/officeDocument/2006/relationships/slideMaster" Target="../slideMasters/slideMaster1.xml"/><Relationship Id="rId14" Type="http://schemas.openxmlformats.org/officeDocument/2006/relationships/image" Target="../media/image5.jp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tags" Target="../tags/tag148.xml"/><Relationship Id="rId2" Type="http://schemas.openxmlformats.org/officeDocument/2006/relationships/tags" Target="../tags/tag149.xml"/><Relationship Id="rId3" Type="http://schemas.openxmlformats.org/officeDocument/2006/relationships/tags" Target="../tags/tag150.xml"/><Relationship Id="rId4" Type="http://schemas.openxmlformats.org/officeDocument/2006/relationships/tags" Target="../tags/tag151.xml"/><Relationship Id="rId5" Type="http://schemas.openxmlformats.org/officeDocument/2006/relationships/tags" Target="../tags/tag152.xml"/><Relationship Id="rId6" Type="http://schemas.openxmlformats.org/officeDocument/2006/relationships/tags" Target="../tags/tag153.xml"/><Relationship Id="rId7" Type="http://schemas.openxmlformats.org/officeDocument/2006/relationships/tags" Target="../tags/tag154.xml"/><Relationship Id="rId8" Type="http://schemas.openxmlformats.org/officeDocument/2006/relationships/tags" Target="../tags/tag155.xml"/><Relationship Id="rId9" Type="http://schemas.openxmlformats.org/officeDocument/2006/relationships/tags" Target="../tags/tag156.xml"/><Relationship Id="rId10" Type="http://schemas.openxmlformats.org/officeDocument/2006/relationships/tags" Target="../tags/tag157.xml"/><Relationship Id="rId11" Type="http://schemas.openxmlformats.org/officeDocument/2006/relationships/tags" Target="../tags/tag158.xml"/><Relationship Id="rId12" Type="http://schemas.openxmlformats.org/officeDocument/2006/relationships/tags" Target="../tags/tag159.xml"/><Relationship Id="rId13" Type="http://schemas.openxmlformats.org/officeDocument/2006/relationships/slideMaster" Target="../slideMasters/slideMaster1.xml"/><Relationship Id="rId14" Type="http://schemas.openxmlformats.org/officeDocument/2006/relationships/image" Target="../media/image4.png"/><Relationship Id="rId15" Type="http://schemas.openxmlformats.org/officeDocument/2006/relationships/oleObject" Target="../embeddings/oleObject5.bin"/><Relationship Id="rId16" Type="http://schemas.openxmlformats.org/officeDocument/2006/relationships/image" Target="../media/image7.emf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tags" Target="../tags/tag253.xml"/><Relationship Id="rId2" Type="http://schemas.openxmlformats.org/officeDocument/2006/relationships/tags" Target="../tags/tag254.xml"/><Relationship Id="rId3" Type="http://schemas.openxmlformats.org/officeDocument/2006/relationships/tags" Target="../tags/tag255.xml"/><Relationship Id="rId4" Type="http://schemas.openxmlformats.org/officeDocument/2006/relationships/tags" Target="../tags/tag256.xml"/><Relationship Id="rId5" Type="http://schemas.openxmlformats.org/officeDocument/2006/relationships/slideMaster" Target="../slideMasters/slideMaster1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tags" Target="../tags/tag257.xml"/><Relationship Id="rId2" Type="http://schemas.openxmlformats.org/officeDocument/2006/relationships/tags" Target="../tags/tag258.xml"/><Relationship Id="rId3" Type="http://schemas.openxmlformats.org/officeDocument/2006/relationships/tags" Target="../tags/tag259.xml"/><Relationship Id="rId4" Type="http://schemas.openxmlformats.org/officeDocument/2006/relationships/tags" Target="../tags/tag260.xml"/><Relationship Id="rId5" Type="http://schemas.openxmlformats.org/officeDocument/2006/relationships/tags" Target="../tags/tag261.xml"/><Relationship Id="rId6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- Contrast">
    <p:bg>
      <p:bgPr>
        <a:blipFill>
          <a:blip r:embed="rId8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Background Dark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dk1"/>
          </a:solidFill>
          <a:ln>
            <a:noFill/>
          </a:ln>
        </p:spPr>
      </p:sp>
      <p:sp>
        <p:nvSpPr>
          <p:cNvPr id="21" name="Accent Bar"/>
          <p:cNvSpPr/>
          <p:nvPr/>
        </p:nvSpPr>
        <p:spPr>
          <a:xfrm>
            <a:off x="554736" y="5943600"/>
            <a:ext cx="2743200" cy="3657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14" name="Subtitle">
            <a:extLst>
              <a:ext uri="{FF2B5EF4-FFF2-40B4-BE49-F238E27FC236}">
                <a16:creationId xmlns:a16="http://schemas.microsoft.com/office/drawing/2014/main" id="{BFC960F1-3A46-4C93-83F3-47AB2EB0D15E}"/>
              </a:ext>
            </a:extLst>
          </p:cNvPr>
          <p:cNvSpPr>
            <a:spLocks noGrp="1"/>
          </p:cNvSpPr>
          <p:nvPr>
            <p:ph type="subTitle" idx="1"/>
            <p:custDataLst>
              <p:tags r:id="rId4"/>
            </p:custDataLst>
          </p:nvPr>
        </p:nvSpPr>
        <p:spPr>
          <a:xfrm>
            <a:off x="551943" y="4092562"/>
            <a:ext cx="6016752" cy="307777"/>
          </a:xfrm>
          <a:prstGeom prst="rect">
            <a:avLst/>
          </a:prstGeom>
        </p:spPr>
        <p:txBody>
          <a:bodyPr wrap="square">
            <a:noAutofit/>
          </a:bodyPr>
          <a:lstStyle>
            <a:lvl1pPr marL="0" indent="0" algn="l">
              <a:buNone/>
              <a:defRPr sz="2000">
                <a:solidFill>
                  <a:schemeClr val="bg1"/>
                </a:solidFill>
              </a:defRPr>
            </a:lvl1pPr>
            <a:lvl2pPr marL="457178" indent="0" algn="ctr">
              <a:buNone/>
              <a:defRPr sz="2000"/>
            </a:lvl2pPr>
            <a:lvl3pPr marL="914354" indent="0" algn="ctr">
              <a:buNone/>
              <a:defRPr sz="1800"/>
            </a:lvl3pPr>
            <a:lvl4pPr marL="1371532" indent="0" algn="ctr">
              <a:buNone/>
              <a:defRPr sz="1600"/>
            </a:lvl4pPr>
            <a:lvl5pPr marL="1828709" indent="0" algn="ctr">
              <a:buNone/>
              <a:defRPr sz="1600"/>
            </a:lvl5pPr>
            <a:lvl6pPr marL="2285886" indent="0" algn="ctr">
              <a:buNone/>
              <a:defRPr sz="1600"/>
            </a:lvl6pPr>
            <a:lvl7pPr marL="2743062" indent="0" algn="ctr">
              <a:buNone/>
              <a:defRPr sz="1600"/>
            </a:lvl7pPr>
            <a:lvl8pPr marL="3200240" indent="0" algn="ctr">
              <a:buNone/>
              <a:defRPr sz="1600"/>
            </a:lvl8pPr>
            <a:lvl9pPr marL="3657418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3" name="Title">
            <a:extLst>
              <a:ext uri="{FF2B5EF4-FFF2-40B4-BE49-F238E27FC236}">
                <a16:creationId xmlns:a16="http://schemas.microsoft.com/office/drawing/2014/main" id="{14DBF1FD-6C25-4E00-ACAB-F60F35C9625C}"/>
              </a:ext>
            </a:extLst>
          </p:cNvPr>
          <p:cNvSpPr>
            <a:spLocks noGrp="1"/>
          </p:cNvSpPr>
          <p:nvPr>
            <p:ph type="title"/>
            <p:custDataLst>
              <p:tags r:id="rId5"/>
            </p:custDataLst>
          </p:nvPr>
        </p:nvSpPr>
        <p:spPr>
          <a:xfrm>
            <a:off x="551943" y="2049807"/>
            <a:ext cx="6016752" cy="1921708"/>
          </a:xfrm>
          <a:prstGeom prst="rect">
            <a:avLst/>
          </a:prstGeom>
        </p:spPr>
        <p:txBody>
          <a:bodyPr vert="horz" rIns="0" anchor="b">
            <a:normAutofit/>
          </a:bodyPr>
          <a:lstStyle>
            <a:lvl1pPr>
              <a:defRPr sz="4400" baseline="0">
                <a:ln w="6350" cap="flat">
                  <a:noFill/>
                  <a:miter lim="800000"/>
                </a:ln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959168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2. Slide Title">
            <a:extLst>
              <a:ext uri="{FF2B5EF4-FFF2-40B4-BE49-F238E27FC236}">
                <a16:creationId xmlns:a16="http://schemas.microsoft.com/office/drawing/2014/main" id="{699FD2C4-82B5-475E-9235-DB128978B618}"/>
              </a:ext>
            </a:extLst>
          </p:cNvPr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554736" y="182372"/>
            <a:ext cx="11082528" cy="73152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Slide Number">
            <a:extLst>
              <a:ext uri="{FF2B5EF4-FFF2-40B4-BE49-F238E27FC236}">
                <a16:creationId xmlns:a16="http://schemas.microsoft.com/office/drawing/2014/main" id="{66686DBA-90DA-4033-B950-94CBD0D7A425}"/>
              </a:ext>
            </a:extLst>
          </p:cNvPr>
          <p:cNvSpPr>
            <a:spLocks noChangeArrowheads="1"/>
          </p:cNvSpPr>
          <p:nvPr>
            <p:custDataLst>
              <p:tags r:id="rId2"/>
            </p:custDataLst>
          </p:nvPr>
        </p:nvSpPr>
        <p:spPr bwMode="black">
          <a:xfrm>
            <a:off x="11312527" y="6498756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1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Inter" panose="02000503000000020004" charset="0"/>
                <a:ea typeface="Inter" panose="02000503000000020004" charset="0"/>
                <a:cs typeface="Arial" panose="020B0604020202020204" pitchFamily="34" charset="0"/>
              </a:rPr>
              <a:pPr algn="r" defTabSz="61071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dirty="0">
              <a:solidFill>
                <a:schemeClr val="tx1"/>
              </a:solidFill>
              <a:latin typeface="Inter" panose="02000503000000020004" charset="0"/>
              <a:ea typeface="Inter" panose="02000503000000020004" charset="0"/>
              <a:cs typeface="Arial" panose="020B0604020202020204" pitchFamily="34" charset="0"/>
            </a:endParaRPr>
          </a:p>
        </p:txBody>
      </p:sp>
      <p:sp>
        <p:nvSpPr>
          <p:cNvPr id="8" name="5. Source" hidden="1">
            <a:extLst>
              <a:ext uri="{FF2B5EF4-FFF2-40B4-BE49-F238E27FC236}">
                <a16:creationId xmlns:a16="http://schemas.microsoft.com/office/drawing/2014/main" id="{9238B1D6-2095-4826-AA45-9A4E6F7D1A16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554736" y="6501671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10" name="1. On-page tracker">
            <a:extLst>
              <a:ext uri="{FF2B5EF4-FFF2-40B4-BE49-F238E27FC236}">
                <a16:creationId xmlns:a16="http://schemas.microsoft.com/office/drawing/2014/main" id="{A8BAFD1A-3C11-49E6-B76E-5166760AF118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4"/>
            </p:custDataLst>
          </p:nvPr>
        </p:nvSpPr>
        <p:spPr>
          <a:xfrm>
            <a:off x="7159752" y="75436"/>
            <a:ext cx="4480560" cy="129779"/>
          </a:xfrm>
          <a:prstGeom prst="rect">
            <a:avLst/>
          </a:prstGeom>
        </p:spPr>
        <p:txBody>
          <a:bodyPr anchor="ctr" anchorCtr="0">
            <a:spAutoFit/>
          </a:bodyPr>
          <a:lstStyle>
            <a:lvl1pPr algn="r">
              <a:defRPr sz="800">
                <a:latin typeface="Trebuchet MS"/>
                <a:ea typeface="Trebuchet MS"/>
              </a:defRPr>
            </a:lvl1pPr>
          </a:lstStyle>
          <a:p>
            <a:pPr lvl="0"/>
            <a:r>
              <a:rPr lang="en-US" dirty="0"/>
              <a:t>Chapter › Topic</a:t>
            </a:r>
          </a:p>
        </p:txBody>
      </p:sp>
      <p:sp>
        <p:nvSpPr>
          <p:cNvPr id="12" name="3. Subtitle">
            <a:extLst>
              <a:ext uri="{FF2B5EF4-FFF2-40B4-BE49-F238E27FC236}">
                <a16:creationId xmlns:a16="http://schemas.microsoft.com/office/drawing/2014/main" id="{1EE9FF4B-7331-4DE1-A594-C0C335ED5BE5}"/>
              </a:ext>
            </a:extLst>
          </p:cNvPr>
          <p:cNvSpPr>
            <a:spLocks noGrp="1"/>
          </p:cNvSpPr>
          <p:nvPr>
            <p:ph type="subTitle" idx="1"/>
            <p:custDataLst>
              <p:tags r:id="rId5"/>
            </p:custDataLst>
          </p:nvPr>
        </p:nvSpPr>
        <p:spPr>
          <a:xfrm>
            <a:off x="554736" y="903863"/>
            <a:ext cx="11082528" cy="276999"/>
          </a:xfrm>
          <a:prstGeom prst="rect">
            <a:avLst/>
          </a:prstGeom>
        </p:spPr>
        <p:txBody>
          <a:bodyPr anchor="ctr" anchorCtr="0"/>
          <a:lstStyle/>
          <a:p>
            <a:r>
              <a:rPr lang="en-US" sz="1600"/>
              <a:t>Click to edit Master subtitle style</a:t>
            </a:r>
            <a:endParaRPr lang="en-US" sz="1600" dirty="0"/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8159B479-15CC-BF02-3602-0364513E3A8D}"/>
              </a:ext>
            </a:extLst>
          </p:cNvPr>
          <p:cNvSpPr>
            <a:spLocks noGrp="1"/>
          </p:cNvSpPr>
          <p:nvPr>
            <p:ph idx="18" hasCustomPrompt="1"/>
          </p:nvPr>
        </p:nvSpPr>
        <p:spPr>
          <a:xfrm>
            <a:off x="554736" y="1710000"/>
            <a:ext cx="11082528" cy="473652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r>
              <a:rPr lang="en-US" dirty="0"/>
              <a:t>Sixth level</a:t>
            </a:r>
          </a:p>
        </p:txBody>
      </p:sp>
    </p:spTree>
    <p:extLst>
      <p:ext uri="{BB962C8B-B14F-4D97-AF65-F5344CB8AC3E}">
        <p14:creationId xmlns:p14="http://schemas.microsoft.com/office/powerpoint/2010/main" val="26589723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2/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Background Light"/>
          <p:cNvSpPr>
            <a:spLocks noGrp="1"/>
          </p:cNvSpPr>
          <p:nvPr/>
        </p:nvSpPr>
        <p:spPr>
          <a:xfrm>
            <a:off x="7830313" y="0"/>
            <a:ext cx="4361689" cy="6858000"/>
          </a:xfrm>
          <a:prstGeom prst="rect">
            <a:avLst/>
          </a:prstGeom>
          <a:solidFill>
            <a:schemeClr val="lt2"/>
          </a:solidFill>
          <a:ln>
            <a:noFill/>
          </a:ln>
        </p:spPr>
      </p:sp>
      <p:cxnSp>
        <p:nvCxnSpPr>
          <p:cNvPr id="12" name="BottomLineRight">
            <a:extLst>
              <a:ext uri="{FF2B5EF4-FFF2-40B4-BE49-F238E27FC236}">
                <a16:creationId xmlns:a16="http://schemas.microsoft.com/office/drawing/2014/main" id="{6425396B-5490-4E4D-8EA4-E4AB4F98BF62}"/>
              </a:ext>
            </a:extLst>
          </p:cNvPr>
          <p:cNvCxnSpPr/>
          <p:nvPr>
            <p:custDataLst>
              <p:tags r:id="rId2"/>
            </p:custDataLst>
          </p:nvPr>
        </p:nvCxnSpPr>
        <p:spPr>
          <a:xfrm>
            <a:off x="8173371" y="6453769"/>
            <a:ext cx="3465576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BottomLineLeft">
            <a:extLst>
              <a:ext uri="{FF2B5EF4-FFF2-40B4-BE49-F238E27FC236}">
                <a16:creationId xmlns:a16="http://schemas.microsoft.com/office/drawing/2014/main" id="{570396F1-4249-402C-975E-F70778173C25}"/>
              </a:ext>
            </a:extLst>
          </p:cNvPr>
          <p:cNvCxnSpPr/>
          <p:nvPr>
            <p:custDataLst>
              <p:tags r:id="rId3"/>
            </p:custDataLst>
          </p:nvPr>
        </p:nvCxnSpPr>
        <p:spPr>
          <a:xfrm>
            <a:off x="554736" y="6453769"/>
            <a:ext cx="6967728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TopLineRight">
            <a:extLst>
              <a:ext uri="{FF2B5EF4-FFF2-40B4-BE49-F238E27FC236}">
                <a16:creationId xmlns:a16="http://schemas.microsoft.com/office/drawing/2014/main" id="{C5BD98EE-C09E-457E-A028-EBE485145AA3}"/>
              </a:ext>
            </a:extLst>
          </p:cNvPr>
          <p:cNvCxnSpPr/>
          <p:nvPr>
            <p:custDataLst>
              <p:tags r:id="rId4"/>
            </p:custDataLst>
          </p:nvPr>
        </p:nvCxnSpPr>
        <p:spPr>
          <a:xfrm>
            <a:off x="8173371" y="1181907"/>
            <a:ext cx="3465576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TopLineLeft">
            <a:extLst>
              <a:ext uri="{FF2B5EF4-FFF2-40B4-BE49-F238E27FC236}">
                <a16:creationId xmlns:a16="http://schemas.microsoft.com/office/drawing/2014/main" id="{47D3FB95-30DE-4983-B5AE-01B80542C0DD}"/>
              </a:ext>
            </a:extLst>
          </p:cNvPr>
          <p:cNvCxnSpPr/>
          <p:nvPr>
            <p:custDataLst>
              <p:tags r:id="rId5"/>
            </p:custDataLst>
          </p:nvPr>
        </p:nvCxnSpPr>
        <p:spPr>
          <a:xfrm>
            <a:off x="554736" y="1181907"/>
            <a:ext cx="6967728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5. Source" hidden="1">
            <a:extLst>
              <a:ext uri="{FF2B5EF4-FFF2-40B4-BE49-F238E27FC236}">
                <a16:creationId xmlns:a16="http://schemas.microsoft.com/office/drawing/2014/main" id="{F25A304F-F50E-4F96-991D-CFEB07060178}"/>
              </a:ext>
            </a:extLst>
          </p:cNvPr>
          <p:cNvSpPr txBox="1"/>
          <p:nvPr>
            <p:custDataLst>
              <p:tags r:id="rId7"/>
            </p:custDataLst>
          </p:nvPr>
        </p:nvSpPr>
        <p:spPr>
          <a:xfrm>
            <a:off x="554738" y="6501671"/>
            <a:ext cx="6967729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25" name="2. Slide Title">
            <a:extLst>
              <a:ext uri="{FF2B5EF4-FFF2-40B4-BE49-F238E27FC236}">
                <a16:creationId xmlns:a16="http://schemas.microsoft.com/office/drawing/2014/main" id="{AA4BE143-5F32-4F04-B536-5DD597732824}"/>
              </a:ext>
            </a:extLst>
          </p:cNvPr>
          <p:cNvSpPr>
            <a:spLocks noGrp="1"/>
          </p:cNvSpPr>
          <p:nvPr>
            <p:ph type="title"/>
            <p:custDataLst>
              <p:tags r:id="rId8"/>
            </p:custDataLst>
          </p:nvPr>
        </p:nvSpPr>
        <p:spPr>
          <a:xfrm>
            <a:off x="554736" y="182372"/>
            <a:ext cx="6967728" cy="73152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6" name="3. Subtitle">
            <a:extLst>
              <a:ext uri="{FF2B5EF4-FFF2-40B4-BE49-F238E27FC236}">
                <a16:creationId xmlns:a16="http://schemas.microsoft.com/office/drawing/2014/main" id="{97E30C8F-A677-42C7-A072-4ACC7DC3D698}"/>
              </a:ext>
            </a:extLst>
          </p:cNvPr>
          <p:cNvSpPr>
            <a:spLocks noGrp="1"/>
          </p:cNvSpPr>
          <p:nvPr>
            <p:ph type="subTitle" idx="1"/>
            <p:custDataLst>
              <p:tags r:id="rId9"/>
            </p:custDataLst>
          </p:nvPr>
        </p:nvSpPr>
        <p:spPr>
          <a:xfrm>
            <a:off x="554736" y="903863"/>
            <a:ext cx="6967728" cy="276999"/>
          </a:xfrm>
          <a:prstGeom prst="rect">
            <a:avLst/>
          </a:prstGeom>
        </p:spPr>
        <p:txBody>
          <a:bodyPr anchor="ctr" anchorCtr="0"/>
          <a:lstStyle/>
          <a:p>
            <a:r>
              <a:rPr lang="en-US" sz="1600"/>
              <a:t>Click to edit Master subtitle style</a:t>
            </a:r>
            <a:endParaRPr lang="en-US" sz="1600" dirty="0"/>
          </a:p>
        </p:txBody>
      </p:sp>
      <p:sp>
        <p:nvSpPr>
          <p:cNvPr id="19" name="1. On-page tracker">
            <a:extLst>
              <a:ext uri="{FF2B5EF4-FFF2-40B4-BE49-F238E27FC236}">
                <a16:creationId xmlns:a16="http://schemas.microsoft.com/office/drawing/2014/main" id="{288125BB-6CB4-4B7C-8E2B-CB1912430A39}"/>
              </a:ext>
            </a:extLst>
          </p:cNvPr>
          <p:cNvSpPr>
            <a:spLocks noGrp="1"/>
          </p:cNvSpPr>
          <p:nvPr>
            <p:ph type="body" sz="quarter" idx="18" hasCustomPrompt="1"/>
            <p:custDataLst>
              <p:tags r:id="rId10"/>
            </p:custDataLst>
          </p:nvPr>
        </p:nvSpPr>
        <p:spPr>
          <a:xfrm>
            <a:off x="8173372" y="75436"/>
            <a:ext cx="3466941" cy="129779"/>
          </a:xfrm>
          <a:prstGeom prst="rect">
            <a:avLst/>
          </a:prstGeom>
        </p:spPr>
        <p:txBody>
          <a:bodyPr wrap="square" anchor="ctr" anchorCtr="0">
            <a:spAutoFit/>
          </a:bodyPr>
          <a:lstStyle>
            <a:lvl1pPr algn="r">
              <a:defRPr sz="800">
                <a:latin typeface="Inter" panose="02000503000000020004" charset="0"/>
                <a:ea typeface="Inter" panose="02000503000000020004" charset="0"/>
              </a:defRPr>
            </a:lvl1pPr>
          </a:lstStyle>
          <a:p>
            <a:pPr lvl="0"/>
            <a:r>
              <a:rPr lang="en-US" dirty="0"/>
              <a:t>Chapter › Topic</a:t>
            </a:r>
          </a:p>
        </p:txBody>
      </p:sp>
      <p:sp>
        <p:nvSpPr>
          <p:cNvPr id="5" name="Slide Number">
            <a:extLst>
              <a:ext uri="{FF2B5EF4-FFF2-40B4-BE49-F238E27FC236}">
                <a16:creationId xmlns:a16="http://schemas.microsoft.com/office/drawing/2014/main" id="{5FBCA9E8-9F85-8B8A-C48C-5BFBD4BA3122}"/>
              </a:ext>
            </a:extLst>
          </p:cNvPr>
          <p:cNvSpPr>
            <a:spLocks noChangeArrowheads="1"/>
          </p:cNvSpPr>
          <p:nvPr>
            <p:custDataLst>
              <p:tags r:id="rId12"/>
            </p:custDataLst>
          </p:nvPr>
        </p:nvSpPr>
        <p:spPr bwMode="black">
          <a:xfrm>
            <a:off x="11312527" y="6498756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1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Inter" panose="02000503000000020004" charset="0"/>
                <a:ea typeface="Inter" panose="02000503000000020004" charset="0"/>
                <a:cs typeface="Arial" panose="020B0604020202020204" pitchFamily="34" charset="0"/>
              </a:rPr>
              <a:pPr algn="r" defTabSz="61071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>
              <a:solidFill>
                <a:schemeClr val="tx1"/>
              </a:solidFill>
              <a:latin typeface="Inter" panose="02000503000000020004" charset="0"/>
              <a:ea typeface="Inter" panose="02000503000000020004" charset="0"/>
              <a:cs typeface="Arial" panose="020B0604020202020204" pitchFamily="34" charset="0"/>
            </a:endParaRPr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F84EAB71-46AA-878D-F992-8A6FA9226171}"/>
              </a:ext>
            </a:extLst>
          </p:cNvPr>
          <p:cNvSpPr>
            <a:spLocks noGrp="1"/>
          </p:cNvSpPr>
          <p:nvPr>
            <p:ph idx="19" hasCustomPrompt="1"/>
          </p:nvPr>
        </p:nvSpPr>
        <p:spPr>
          <a:xfrm>
            <a:off x="8173371" y="1714001"/>
            <a:ext cx="3465576" cy="473251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7CFB8C06-FAEA-3560-BCE9-A6CAEFA916A7}"/>
              </a:ext>
            </a:extLst>
          </p:cNvPr>
          <p:cNvSpPr>
            <a:spLocks noGrp="1"/>
          </p:cNvSpPr>
          <p:nvPr>
            <p:ph idx="20" hasCustomPrompt="1"/>
          </p:nvPr>
        </p:nvSpPr>
        <p:spPr>
          <a:xfrm>
            <a:off x="554736" y="1713999"/>
            <a:ext cx="6967728" cy="473252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8003448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rast 1/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Background Dark"/>
          <p:cNvSpPr>
            <a:spLocks noGrp="1"/>
          </p:cNvSpPr>
          <p:nvPr/>
        </p:nvSpPr>
        <p:spPr>
          <a:xfrm>
            <a:off x="6092952" y="0"/>
            <a:ext cx="6099048" cy="6858000"/>
          </a:xfrm>
          <a:prstGeom prst="rect">
            <a:avLst/>
          </a:prstGeom>
          <a:solidFill>
            <a:schemeClr val="dk1"/>
          </a:solidFill>
          <a:ln>
            <a:noFill/>
          </a:ln>
        </p:spPr>
      </p:sp>
      <p:sp>
        <p:nvSpPr>
          <p:cNvPr id="18" name="Slide Number">
            <a:extLst>
              <a:ext uri="{FF2B5EF4-FFF2-40B4-BE49-F238E27FC236}">
                <a16:creationId xmlns:a16="http://schemas.microsoft.com/office/drawing/2014/main" id="{D0E8D6D4-65CF-4E97-809E-C2399703986A}"/>
              </a:ext>
            </a:extLst>
          </p:cNvPr>
          <p:cNvSpPr>
            <a:spLocks noChangeArrowheads="1"/>
          </p:cNvSpPr>
          <p:nvPr>
            <p:custDataLst>
              <p:tags r:id="rId4"/>
            </p:custDataLst>
          </p:nvPr>
        </p:nvSpPr>
        <p:spPr bwMode="black">
          <a:xfrm>
            <a:off x="11312527" y="6498756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1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bg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1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>
              <a:solidFill>
                <a:schemeClr val="bg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cxnSp>
        <p:nvCxnSpPr>
          <p:cNvPr id="14" name="BottomLineRight">
            <a:extLst>
              <a:ext uri="{FF2B5EF4-FFF2-40B4-BE49-F238E27FC236}">
                <a16:creationId xmlns:a16="http://schemas.microsoft.com/office/drawing/2014/main" id="{A030B95D-1D90-4A27-8714-CFE7C7DB7020}"/>
              </a:ext>
            </a:extLst>
          </p:cNvPr>
          <p:cNvCxnSpPr/>
          <p:nvPr>
            <p:custDataLst>
              <p:tags r:id="rId5"/>
            </p:custDataLst>
          </p:nvPr>
        </p:nvCxnSpPr>
        <p:spPr>
          <a:xfrm>
            <a:off x="6573171" y="6453769"/>
            <a:ext cx="5065776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BottomLineLeft">
            <a:extLst>
              <a:ext uri="{FF2B5EF4-FFF2-40B4-BE49-F238E27FC236}">
                <a16:creationId xmlns:a16="http://schemas.microsoft.com/office/drawing/2014/main" id="{546D990A-A0D7-434B-9320-6311D017DAA2}"/>
              </a:ext>
            </a:extLst>
          </p:cNvPr>
          <p:cNvCxnSpPr/>
          <p:nvPr>
            <p:custDataLst>
              <p:tags r:id="rId6"/>
            </p:custDataLst>
          </p:nvPr>
        </p:nvCxnSpPr>
        <p:spPr>
          <a:xfrm>
            <a:off x="554736" y="6453769"/>
            <a:ext cx="5065776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TopLineRight">
            <a:extLst>
              <a:ext uri="{FF2B5EF4-FFF2-40B4-BE49-F238E27FC236}">
                <a16:creationId xmlns:a16="http://schemas.microsoft.com/office/drawing/2014/main" id="{9388C4F9-67A3-422B-89FF-FAD8454A2F57}"/>
              </a:ext>
            </a:extLst>
          </p:cNvPr>
          <p:cNvCxnSpPr/>
          <p:nvPr>
            <p:custDataLst>
              <p:tags r:id="rId7"/>
            </p:custDataLst>
          </p:nvPr>
        </p:nvCxnSpPr>
        <p:spPr>
          <a:xfrm>
            <a:off x="6573171" y="1181907"/>
            <a:ext cx="5065776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TopLineLeft">
            <a:extLst>
              <a:ext uri="{FF2B5EF4-FFF2-40B4-BE49-F238E27FC236}">
                <a16:creationId xmlns:a16="http://schemas.microsoft.com/office/drawing/2014/main" id="{1C0D7255-5C21-4254-B3DE-6D296E69C5F2}"/>
              </a:ext>
            </a:extLst>
          </p:cNvPr>
          <p:cNvCxnSpPr/>
          <p:nvPr>
            <p:custDataLst>
              <p:tags r:id="rId8"/>
            </p:custDataLst>
          </p:nvPr>
        </p:nvCxnSpPr>
        <p:spPr>
          <a:xfrm>
            <a:off x="554736" y="1181907"/>
            <a:ext cx="5065776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5. Source" hidden="1">
            <a:extLst>
              <a:ext uri="{FF2B5EF4-FFF2-40B4-BE49-F238E27FC236}">
                <a16:creationId xmlns:a16="http://schemas.microsoft.com/office/drawing/2014/main" id="{4F4B7457-0497-46CF-9E9B-69EB8E74CC15}"/>
              </a:ext>
            </a:extLst>
          </p:cNvPr>
          <p:cNvSpPr txBox="1"/>
          <p:nvPr>
            <p:custDataLst>
              <p:tags r:id="rId9"/>
            </p:custDataLst>
          </p:nvPr>
        </p:nvSpPr>
        <p:spPr>
          <a:xfrm>
            <a:off x="554736" y="6501671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>
                <a:solidFill>
                  <a:schemeClr val="bg2"/>
                </a:solidFill>
              </a:rPr>
              <a:t>Source: …</a:t>
            </a:r>
          </a:p>
        </p:txBody>
      </p:sp>
      <p:sp>
        <p:nvSpPr>
          <p:cNvPr id="16" name="2. Slide Title">
            <a:extLst>
              <a:ext uri="{FF2B5EF4-FFF2-40B4-BE49-F238E27FC236}">
                <a16:creationId xmlns:a16="http://schemas.microsoft.com/office/drawing/2014/main" id="{A6572372-0AB1-4E81-BB71-21DAADA26CB0}"/>
              </a:ext>
            </a:extLst>
          </p:cNvPr>
          <p:cNvSpPr>
            <a:spLocks noGrp="1"/>
          </p:cNvSpPr>
          <p:nvPr>
            <p:ph type="title"/>
            <p:custDataLst>
              <p:tags r:id="rId10"/>
            </p:custDataLst>
          </p:nvPr>
        </p:nvSpPr>
        <p:spPr>
          <a:xfrm>
            <a:off x="554736" y="182372"/>
            <a:ext cx="5065776" cy="731520"/>
          </a:xfrm>
        </p:spPr>
        <p:txBody>
          <a:bodyPr vert="horz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3. Subtitle">
            <a:extLst>
              <a:ext uri="{FF2B5EF4-FFF2-40B4-BE49-F238E27FC236}">
                <a16:creationId xmlns:a16="http://schemas.microsoft.com/office/drawing/2014/main" id="{ECA9DF7A-E368-4E06-81DB-9573DB7F92EA}"/>
              </a:ext>
            </a:extLst>
          </p:cNvPr>
          <p:cNvSpPr>
            <a:spLocks noGrp="1"/>
          </p:cNvSpPr>
          <p:nvPr>
            <p:ph type="subTitle" idx="1"/>
            <p:custDataLst>
              <p:tags r:id="rId11"/>
            </p:custDataLst>
          </p:nvPr>
        </p:nvSpPr>
        <p:spPr>
          <a:xfrm>
            <a:off x="554736" y="903863"/>
            <a:ext cx="5065776" cy="276999"/>
          </a:xfrm>
          <a:prstGeom prst="rect">
            <a:avLst/>
          </a:prstGeom>
        </p:spPr>
        <p:txBody>
          <a:bodyPr anchor="ctr" anchorCtr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sz="1600"/>
              <a:t>Click to edit Master subtitle style</a:t>
            </a:r>
            <a:endParaRPr lang="en-US" sz="1600" dirty="0"/>
          </a:p>
        </p:txBody>
      </p:sp>
      <p:sp>
        <p:nvSpPr>
          <p:cNvPr id="24" name="1. On-page tracker">
            <a:extLst>
              <a:ext uri="{FF2B5EF4-FFF2-40B4-BE49-F238E27FC236}">
                <a16:creationId xmlns:a16="http://schemas.microsoft.com/office/drawing/2014/main" id="{0343DE71-74EF-4CF3-AB14-F26D42418051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12"/>
            </p:custDataLst>
          </p:nvPr>
        </p:nvSpPr>
        <p:spPr>
          <a:xfrm>
            <a:off x="7159752" y="75436"/>
            <a:ext cx="4480560" cy="129779"/>
          </a:xfrm>
          <a:prstGeom prst="rect">
            <a:avLst/>
          </a:prstGeom>
        </p:spPr>
        <p:txBody>
          <a:bodyPr anchor="ctr" anchorCtr="0">
            <a:spAutoFit/>
          </a:bodyPr>
          <a:lstStyle>
            <a:lvl1pPr algn="r">
              <a:defRPr sz="8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Chapter › Topic</a:t>
            </a:r>
          </a:p>
        </p:txBody>
      </p:sp>
      <p:sp>
        <p:nvSpPr>
          <p:cNvPr id="6" name="Text Placeholder 21">
            <a:extLst>
              <a:ext uri="{FF2B5EF4-FFF2-40B4-BE49-F238E27FC236}">
                <a16:creationId xmlns:a16="http://schemas.microsoft.com/office/drawing/2014/main" id="{A20E8306-064A-4CCE-1158-C9006A757B8A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568685" y="1714000"/>
            <a:ext cx="5065776" cy="4732520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lnSpc>
                <a:spcPct val="114000"/>
              </a:lnSpc>
              <a:defRPr>
                <a:solidFill>
                  <a:schemeClr val="bg1"/>
                </a:solidFill>
              </a:defRPr>
            </a:lvl1pPr>
            <a:lvl2pPr>
              <a:lnSpc>
                <a:spcPct val="114000"/>
              </a:lnSpc>
              <a:defRPr>
                <a:solidFill>
                  <a:schemeClr val="bg1"/>
                </a:solidFill>
              </a:defRPr>
            </a:lvl2pPr>
            <a:lvl3pPr>
              <a:lnSpc>
                <a:spcPct val="114000"/>
              </a:lnSpc>
              <a:defRPr>
                <a:solidFill>
                  <a:schemeClr val="bg1"/>
                </a:solidFill>
              </a:defRPr>
            </a:lvl3pPr>
            <a:lvl4pPr>
              <a:lnSpc>
                <a:spcPct val="114000"/>
              </a:lnSpc>
              <a:defRPr>
                <a:solidFill>
                  <a:schemeClr val="bg1"/>
                </a:solidFill>
              </a:defRPr>
            </a:lvl4pPr>
            <a:lvl5pPr>
              <a:lnSpc>
                <a:spcPct val="114000"/>
              </a:lnSpc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8" name="Text Placeholder 21">
            <a:extLst>
              <a:ext uri="{FF2B5EF4-FFF2-40B4-BE49-F238E27FC236}">
                <a16:creationId xmlns:a16="http://schemas.microsoft.com/office/drawing/2014/main" id="{AB20FBC6-0879-399B-13C0-B22D83D4F19D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54736" y="1714000"/>
            <a:ext cx="5065776" cy="4732520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lnSpc>
                <a:spcPct val="114000"/>
              </a:lnSpc>
              <a:defRPr>
                <a:solidFill>
                  <a:schemeClr val="tx1"/>
                </a:solidFill>
              </a:defRPr>
            </a:lvl1pPr>
            <a:lvl2pPr>
              <a:lnSpc>
                <a:spcPct val="114000"/>
              </a:lnSpc>
              <a:defRPr>
                <a:solidFill>
                  <a:schemeClr val="tx1"/>
                </a:solidFill>
              </a:defRPr>
            </a:lvl2pPr>
            <a:lvl3pPr>
              <a:lnSpc>
                <a:spcPct val="114000"/>
              </a:lnSpc>
              <a:defRPr>
                <a:solidFill>
                  <a:schemeClr val="tx1"/>
                </a:solidFill>
              </a:defRPr>
            </a:lvl3pPr>
            <a:lvl4pPr>
              <a:lnSpc>
                <a:spcPct val="114000"/>
              </a:lnSpc>
              <a:defRPr>
                <a:solidFill>
                  <a:schemeClr val="tx1"/>
                </a:solidFill>
              </a:defRPr>
            </a:lvl4pPr>
            <a:lvl5pPr>
              <a:lnSpc>
                <a:spcPct val="114000"/>
              </a:lnSpc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255934104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Accent Bar"/>
          <p:cNvSpPr/>
          <p:nvPr/>
        </p:nvSpPr>
        <p:spPr>
          <a:xfrm>
            <a:off x="554736" y="4389120"/>
            <a:ext cx="2743200" cy="3657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7" name="2. Slide Title">
            <a:extLst>
              <a:ext uri="{FF2B5EF4-FFF2-40B4-BE49-F238E27FC236}">
                <a16:creationId xmlns:a16="http://schemas.microsoft.com/office/drawing/2014/main" id="{99495DFD-8D6A-4DD8-AE3A-47FA42AA0A4F}"/>
              </a:ext>
            </a:extLst>
          </p:cNvPr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554736" y="4580470"/>
            <a:ext cx="11082528" cy="677108"/>
          </a:xfrm>
        </p:spPr>
        <p:txBody>
          <a:bodyPr anchor="b">
            <a:noAutofit/>
          </a:bodyPr>
          <a:lstStyle>
            <a:lvl1pPr>
              <a:lnSpc>
                <a:spcPct val="93000"/>
              </a:lnSpc>
              <a:defRPr sz="4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Slide Number">
            <a:extLst>
              <a:ext uri="{FF2B5EF4-FFF2-40B4-BE49-F238E27FC236}">
                <a16:creationId xmlns:a16="http://schemas.microsoft.com/office/drawing/2014/main" id="{A86AE8A6-05EF-4E76-AAAD-41743692E9F9}"/>
              </a:ext>
            </a:extLst>
          </p:cNvPr>
          <p:cNvSpPr>
            <a:spLocks noChangeArrowheads="1"/>
          </p:cNvSpPr>
          <p:nvPr>
            <p:custDataLst>
              <p:tags r:id="rId2"/>
            </p:custDataLst>
          </p:nvPr>
        </p:nvSpPr>
        <p:spPr bwMode="black">
          <a:xfrm>
            <a:off x="11312527" y="6498756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1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Inter" panose="02000503000000020004" charset="0"/>
                <a:ea typeface="Inter" panose="02000503000000020004" charset="0"/>
                <a:cs typeface="Arial" panose="020B0604020202020204" pitchFamily="34" charset="0"/>
              </a:rPr>
              <a:pPr algn="r" defTabSz="61071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>
              <a:solidFill>
                <a:schemeClr val="tx1"/>
              </a:solidFill>
              <a:latin typeface="Inter" panose="02000503000000020004" charset="0"/>
              <a:ea typeface="Inter" panose="02000503000000020004" charset="0"/>
              <a:cs typeface="Arial" panose="020B0604020202020204" pitchFamily="34" charset="0"/>
            </a:endParaRPr>
          </a:p>
        </p:txBody>
      </p:sp>
      <p:sp>
        <p:nvSpPr>
          <p:cNvPr id="6" name="5. Source" hidden="1">
            <a:extLst>
              <a:ext uri="{FF2B5EF4-FFF2-40B4-BE49-F238E27FC236}">
                <a16:creationId xmlns:a16="http://schemas.microsoft.com/office/drawing/2014/main" id="{B871FE09-BB6E-4334-B0EA-E52395AA61B3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554736" y="6501671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9" name="1. On-page tracker">
            <a:extLst>
              <a:ext uri="{FF2B5EF4-FFF2-40B4-BE49-F238E27FC236}">
                <a16:creationId xmlns:a16="http://schemas.microsoft.com/office/drawing/2014/main" id="{07CA98DC-1A07-45D0-A835-AD1606EE7BAE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4"/>
            </p:custDataLst>
          </p:nvPr>
        </p:nvSpPr>
        <p:spPr>
          <a:xfrm>
            <a:off x="7159752" y="75436"/>
            <a:ext cx="4480560" cy="129779"/>
          </a:xfrm>
          <a:prstGeom prst="rect">
            <a:avLst/>
          </a:prstGeom>
        </p:spPr>
        <p:txBody>
          <a:bodyPr anchor="ctr" anchorCtr="0">
            <a:spAutoFit/>
          </a:bodyPr>
          <a:lstStyle>
            <a:lvl1pPr algn="r">
              <a:defRPr sz="800">
                <a:latin typeface="Trebuchet MS"/>
                <a:ea typeface="Trebuchet MS"/>
              </a:defRPr>
            </a:lvl1pPr>
          </a:lstStyle>
          <a:p>
            <a:pPr lvl="0"/>
            <a:r>
              <a:rPr lang="en-US" dirty="0"/>
              <a:t>Chapter › Topic</a:t>
            </a:r>
          </a:p>
        </p:txBody>
      </p:sp>
    </p:spTree>
    <p:extLst>
      <p:ext uri="{BB962C8B-B14F-4D97-AF65-F5344CB8AC3E}">
        <p14:creationId xmlns:p14="http://schemas.microsoft.com/office/powerpoint/2010/main" val="461351310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Quote Accent"/>
          <p:cNvSpPr/>
          <p:nvPr/>
        </p:nvSpPr>
        <p:spPr>
          <a:xfrm>
            <a:off x="1188720" y="3474720"/>
            <a:ext cx="36576" cy="11887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8" name="2. Slide Title">
            <a:extLst>
              <a:ext uri="{FF2B5EF4-FFF2-40B4-BE49-F238E27FC236}">
                <a16:creationId xmlns:a16="http://schemas.microsoft.com/office/drawing/2014/main" id="{EA735538-C733-4892-93A4-7B433D8B8293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1"/>
            </p:custDataLst>
          </p:nvPr>
        </p:nvSpPr>
        <p:spPr>
          <a:xfrm>
            <a:off x="1505712" y="3592841"/>
            <a:ext cx="9180576" cy="486608"/>
          </a:xfrm>
          <a:prstGeom prst="rect">
            <a:avLst/>
          </a:prstGeom>
        </p:spPr>
        <p:txBody>
          <a:bodyPr>
            <a:spAutoFit/>
          </a:bodyPr>
          <a:lstStyle>
            <a:lvl1pPr>
              <a:lnSpc>
                <a:spcPct val="93000"/>
              </a:lnSpc>
              <a:defRPr sz="3400"/>
            </a:lvl1pPr>
          </a:lstStyle>
          <a:p>
            <a:r>
              <a:rPr lang="en-US" dirty="0"/>
              <a:t>“Click to add quote</a:t>
            </a:r>
          </a:p>
        </p:txBody>
      </p:sp>
      <p:sp>
        <p:nvSpPr>
          <p:cNvPr id="6" name="3. Subtitle">
            <a:extLst>
              <a:ext uri="{FF2B5EF4-FFF2-40B4-BE49-F238E27FC236}">
                <a16:creationId xmlns:a16="http://schemas.microsoft.com/office/drawing/2014/main" id="{8DB5022C-F66C-4018-82F3-195571DDD527}"/>
              </a:ext>
            </a:extLst>
          </p:cNvPr>
          <p:cNvSpPr>
            <a:spLocks noGrp="1"/>
          </p:cNvSpPr>
          <p:nvPr>
            <p:ph type="subTitle" idx="1" hasCustomPrompt="1"/>
            <p:custDataLst>
              <p:tags r:id="rId2"/>
            </p:custDataLst>
          </p:nvPr>
        </p:nvSpPr>
        <p:spPr>
          <a:xfrm>
            <a:off x="1505712" y="4284633"/>
            <a:ext cx="9180576" cy="276999"/>
          </a:xfrm>
          <a:prstGeom prst="rect">
            <a:avLst/>
          </a:prstGeom>
        </p:spPr>
        <p:txBody>
          <a:bodyPr wrap="square">
            <a:noAutofit/>
          </a:bodyPr>
          <a:lstStyle>
            <a:lvl1pPr marL="0" indent="0" algn="l">
              <a:buNone/>
              <a:defRPr sz="1600" b="0">
                <a:solidFill>
                  <a:schemeClr val="tx1"/>
                </a:solidFill>
              </a:defRPr>
            </a:lvl1pPr>
            <a:lvl2pPr marL="457178" indent="0" algn="ctr">
              <a:buNone/>
              <a:defRPr sz="2000"/>
            </a:lvl2pPr>
            <a:lvl3pPr marL="914354" indent="0" algn="ctr">
              <a:buNone/>
              <a:defRPr sz="1800"/>
            </a:lvl3pPr>
            <a:lvl4pPr marL="1371532" indent="0" algn="ctr">
              <a:buNone/>
              <a:defRPr sz="1600"/>
            </a:lvl4pPr>
            <a:lvl5pPr marL="1828709" indent="0" algn="ctr">
              <a:buNone/>
              <a:defRPr sz="1600"/>
            </a:lvl5pPr>
            <a:lvl6pPr marL="2285886" indent="0" algn="ctr">
              <a:buNone/>
              <a:defRPr sz="1600"/>
            </a:lvl6pPr>
            <a:lvl7pPr marL="2743062" indent="0" algn="ctr">
              <a:buNone/>
              <a:defRPr sz="1600"/>
            </a:lvl7pPr>
            <a:lvl8pPr marL="3200240" indent="0" algn="ctr">
              <a:buNone/>
              <a:defRPr sz="1600"/>
            </a:lvl8pPr>
            <a:lvl9pPr marL="3657418" indent="0" algn="ctr">
              <a:buNone/>
              <a:defRPr sz="1600"/>
            </a:lvl9pPr>
          </a:lstStyle>
          <a:p>
            <a:r>
              <a:rPr lang="en-US" dirty="0"/>
              <a:t>Click to add quote source</a:t>
            </a:r>
          </a:p>
        </p:txBody>
      </p:sp>
      <p:sp>
        <p:nvSpPr>
          <p:cNvPr id="9" name="Slide Number">
            <a:extLst>
              <a:ext uri="{FF2B5EF4-FFF2-40B4-BE49-F238E27FC236}">
                <a16:creationId xmlns:a16="http://schemas.microsoft.com/office/drawing/2014/main" id="{FAEB6FCE-50CC-4F2B-A5B3-CB508EDFCD46}"/>
              </a:ext>
            </a:extLst>
          </p:cNvPr>
          <p:cNvSpPr>
            <a:spLocks noChangeArrowheads="1"/>
          </p:cNvSpPr>
          <p:nvPr>
            <p:custDataLst>
              <p:tags r:id="rId3"/>
            </p:custDataLst>
          </p:nvPr>
        </p:nvSpPr>
        <p:spPr bwMode="black">
          <a:xfrm>
            <a:off x="11312527" y="6498756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1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Inter" panose="02000503000000020004" charset="0"/>
                <a:ea typeface="Inter" panose="02000503000000020004" charset="0"/>
                <a:cs typeface="Arial" panose="020B0604020202020204" pitchFamily="34" charset="0"/>
              </a:rPr>
              <a:pPr algn="r" defTabSz="61071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>
              <a:solidFill>
                <a:schemeClr val="tx1"/>
              </a:solidFill>
              <a:latin typeface="Inter" panose="02000503000000020004" charset="0"/>
              <a:ea typeface="Inter" panose="02000503000000020004" charset="0"/>
              <a:cs typeface="Arial" panose="020B0604020202020204" pitchFamily="34" charset="0"/>
            </a:endParaRPr>
          </a:p>
        </p:txBody>
      </p:sp>
      <p:sp>
        <p:nvSpPr>
          <p:cNvPr id="7" name="5. Source" hidden="1">
            <a:extLst>
              <a:ext uri="{FF2B5EF4-FFF2-40B4-BE49-F238E27FC236}">
                <a16:creationId xmlns:a16="http://schemas.microsoft.com/office/drawing/2014/main" id="{97195F4E-ECA7-41A9-AFF3-0C4DAD103DA6}"/>
              </a:ext>
            </a:extLst>
          </p:cNvPr>
          <p:cNvSpPr txBox="1"/>
          <p:nvPr>
            <p:custDataLst>
              <p:tags r:id="rId4"/>
            </p:custDataLst>
          </p:nvPr>
        </p:nvSpPr>
        <p:spPr>
          <a:xfrm>
            <a:off x="554736" y="6501671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10" name="1. On-page tracker">
            <a:extLst>
              <a:ext uri="{FF2B5EF4-FFF2-40B4-BE49-F238E27FC236}">
                <a16:creationId xmlns:a16="http://schemas.microsoft.com/office/drawing/2014/main" id="{469A753E-961A-4AC3-B6E0-4407B9A4AF36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5"/>
            </p:custDataLst>
          </p:nvPr>
        </p:nvSpPr>
        <p:spPr>
          <a:xfrm>
            <a:off x="7159752" y="75436"/>
            <a:ext cx="4480560" cy="129779"/>
          </a:xfrm>
          <a:prstGeom prst="rect">
            <a:avLst/>
          </a:prstGeom>
        </p:spPr>
        <p:txBody>
          <a:bodyPr anchor="ctr" anchorCtr="0">
            <a:spAutoFit/>
          </a:bodyPr>
          <a:lstStyle>
            <a:lvl1pPr algn="r">
              <a:defRPr sz="800">
                <a:latin typeface="Trebuchet MS"/>
                <a:ea typeface="Trebuchet MS"/>
              </a:defRPr>
            </a:lvl1pPr>
          </a:lstStyle>
          <a:p>
            <a:pPr lvl="0"/>
            <a:r>
              <a:rPr lang="en-US" dirty="0"/>
              <a:t>Chapter › Topic</a:t>
            </a:r>
          </a:p>
        </p:txBody>
      </p:sp>
    </p:spTree>
    <p:extLst>
      <p:ext uri="{BB962C8B-B14F-4D97-AF65-F5344CB8AC3E}">
        <p14:creationId xmlns:p14="http://schemas.microsoft.com/office/powerpoint/2010/main" val="906941051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7" Type="http://schemas.openxmlformats.org/officeDocument/2006/relationships/slideLayout" Target="../slideLayouts/slideLayout7.xml"/><Relationship Id="rId14" Type="http://schemas.openxmlformats.org/officeDocument/2006/relationships/slideLayout" Target="../slideLayouts/slideLayout14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theme" Target="../theme/theme1.xml"/><Relationship Id="rId29" Type="http://schemas.openxmlformats.org/officeDocument/2006/relationships/tags" Target="../tags/tag2.xml"/><Relationship Id="rId30" Type="http://schemas.openxmlformats.org/officeDocument/2006/relationships/tags" Target="../tags/tag3.xml"/><Relationship Id="rId31" Type="http://schemas.openxmlformats.org/officeDocument/2006/relationships/tags" Target="../tags/tag4.xml"/><Relationship Id="rId32" Type="http://schemas.openxmlformats.org/officeDocument/2006/relationships/tags" Target="../tags/tag5.xml"/><Relationship Id="rId33" Type="http://schemas.openxmlformats.org/officeDocument/2006/relationships/tags" Target="../tags/tag6.xml"/><Relationship Id="rId34" Type="http://schemas.openxmlformats.org/officeDocument/2006/relationships/tags" Target="../tags/tag7.xml"/><Relationship Id="rId35" Type="http://schemas.openxmlformats.org/officeDocument/2006/relationships/tags" Target="../tags/tag8.xml"/><Relationship Id="rId36" Type="http://schemas.openxmlformats.org/officeDocument/2006/relationships/tags" Target="../tags/tag9.xml"/><Relationship Id="rId37" Type="http://schemas.openxmlformats.org/officeDocument/2006/relationships/tags" Target="../tags/tag10.xml"/><Relationship Id="rId38" Type="http://schemas.openxmlformats.org/officeDocument/2006/relationships/tags" Target="../tags/tag11.xml"/><Relationship Id="rId39" Type="http://schemas.openxmlformats.org/officeDocument/2006/relationships/tags" Target="../tags/tag12.xml"/><Relationship Id="rId40" Type="http://schemas.openxmlformats.org/officeDocument/2006/relationships/tags" Target="../tags/tag13.xml"/><Relationship Id="rId41" Type="http://schemas.openxmlformats.org/officeDocument/2006/relationships/tags" Target="../tags/tag14.xml"/><Relationship Id="rId42" Type="http://schemas.openxmlformats.org/officeDocument/2006/relationships/tags" Target="../tags/tag15.xml"/><Relationship Id="rId43" Type="http://schemas.openxmlformats.org/officeDocument/2006/relationships/tags" Target="../tags/tag16.xml"/><Relationship Id="rId44" Type="http://schemas.openxmlformats.org/officeDocument/2006/relationships/tags" Target="../tags/tag17.xml"/><Relationship Id="rId45" Type="http://schemas.openxmlformats.org/officeDocument/2006/relationships/tags" Target="../tags/tag18.xml"/><Relationship Id="rId46" Type="http://schemas.openxmlformats.org/officeDocument/2006/relationships/tags" Target="../tags/tag19.xml"/><Relationship Id="rId47" Type="http://schemas.openxmlformats.org/officeDocument/2006/relationships/tags" Target="../tags/tag20.xml"/><Relationship Id="rId48" Type="http://schemas.openxmlformats.org/officeDocument/2006/relationships/tags" Target="../tags/tag21.xml"/><Relationship Id="rId49" Type="http://schemas.openxmlformats.org/officeDocument/2006/relationships/tags" Target="../tags/tag22.xml"/><Relationship Id="rId50" Type="http://schemas.openxmlformats.org/officeDocument/2006/relationships/tags" Target="../tags/tag23.xml"/><Relationship Id="rId51" Type="http://schemas.openxmlformats.org/officeDocument/2006/relationships/oleObject" Target="../embeddings/oleObject1.bin"/><Relationship Id="rId52" Type="http://schemas.openxmlformats.org/officeDocument/2006/relationships/image" Target="../media/image1.em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6" name="BottomLine">
            <a:extLst>
              <a:ext uri="{FF2B5EF4-FFF2-40B4-BE49-F238E27FC236}">
                <a16:creationId xmlns:a16="http://schemas.microsoft.com/office/drawing/2014/main" id="{8B868434-776E-46FC-90D6-2CC6F63A9A51}"/>
              </a:ext>
            </a:extLst>
          </p:cNvPr>
          <p:cNvCxnSpPr>
            <a:cxnSpLocks/>
          </p:cNvCxnSpPr>
          <p:nvPr>
            <p:custDataLst>
              <p:tags r:id="rId32"/>
            </p:custDataLst>
          </p:nvPr>
        </p:nvCxnSpPr>
        <p:spPr>
          <a:xfrm>
            <a:off x="554736" y="6453769"/>
            <a:ext cx="11082528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TopLine">
            <a:extLst>
              <a:ext uri="{FF2B5EF4-FFF2-40B4-BE49-F238E27FC236}">
                <a16:creationId xmlns:a16="http://schemas.microsoft.com/office/drawing/2014/main" id="{00E8CD27-C104-4563-9322-C0A2ABFCB5E3}"/>
              </a:ext>
            </a:extLst>
          </p:cNvPr>
          <p:cNvCxnSpPr>
            <a:cxnSpLocks/>
          </p:cNvCxnSpPr>
          <p:nvPr>
            <p:custDataLst>
              <p:tags r:id="rId33"/>
            </p:custDataLst>
          </p:nvPr>
        </p:nvCxnSpPr>
        <p:spPr>
          <a:xfrm>
            <a:off x="554736" y="1181907"/>
            <a:ext cx="11082528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4. Footnote" hidden="1">
            <a:extLst>
              <a:ext uri="{FF2B5EF4-FFF2-40B4-BE49-F238E27FC236}">
                <a16:creationId xmlns:a16="http://schemas.microsoft.com/office/drawing/2014/main" id="{772E4927-517C-4D61-9929-9FFDE5F31A03}"/>
              </a:ext>
            </a:extLst>
          </p:cNvPr>
          <p:cNvSpPr txBox="1"/>
          <p:nvPr>
            <p:custDataLst>
              <p:tags r:id="rId34"/>
            </p:custDataLst>
          </p:nvPr>
        </p:nvSpPr>
        <p:spPr>
          <a:xfrm>
            <a:off x="553972" y="6279031"/>
            <a:ext cx="7278624" cy="123111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marL="0" marR="0" lvl="0" indent="0" algn="l" defTabSz="91435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kern="1200" dirty="0">
                <a:latin typeface="+mn-lt"/>
                <a:ea typeface="+mn-ea"/>
                <a:cs typeface="Arial" panose="020B0604020202020204" pitchFamily="34" charset="0"/>
              </a:rPr>
              <a:t>Footnotes</a:t>
            </a:r>
          </a:p>
        </p:txBody>
      </p:sp>
      <p:sp>
        <p:nvSpPr>
          <p:cNvPr id="57" name="2. Slide Title">
            <a:extLst>
              <a:ext uri="{FF2B5EF4-FFF2-40B4-BE49-F238E27FC236}">
                <a16:creationId xmlns:a16="http://schemas.microsoft.com/office/drawing/2014/main" id="{98FF70AE-7EF6-4E5B-9FFE-B44C852C9FBA}"/>
              </a:ext>
            </a:extLst>
          </p:cNvPr>
          <p:cNvSpPr>
            <a:spLocks noGrp="1"/>
          </p:cNvSpPr>
          <p:nvPr>
            <p:ph type="title"/>
            <p:custDataLst>
              <p:tags r:id="rId35"/>
            </p:custDataLst>
          </p:nvPr>
        </p:nvSpPr>
        <p:spPr>
          <a:xfrm>
            <a:off x="554736" y="172212"/>
            <a:ext cx="11082528" cy="731520"/>
          </a:xfrm>
          <a:prstGeom prst="rect">
            <a:avLst/>
          </a:prstGeom>
        </p:spPr>
        <p:txBody>
          <a:bodyPr vert="horz" wrap="square" lIns="0" tIns="0" rIns="0" bIns="0" rtlCol="0" anchor="b" anchorCtr="0">
            <a:no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B63843E5-293C-A78C-1576-0221468EC3C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54736" y="1710000"/>
            <a:ext cx="11082528" cy="2523768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r>
              <a:rPr lang="en-US" dirty="0"/>
              <a:t>Sixth level</a:t>
            </a:r>
          </a:p>
        </p:txBody>
      </p:sp>
    </p:spTree>
    <p:extLst>
      <p:ext uri="{BB962C8B-B14F-4D97-AF65-F5344CB8AC3E}">
        <p14:creationId xmlns:p14="http://schemas.microsoft.com/office/powerpoint/2010/main" val="15924873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0" r:id="rId1"/>
    <p:sldLayoutId id="2147483680" r:id="rId2"/>
    <p:sldLayoutId id="2147483688" r:id="rId7"/>
    <p:sldLayoutId id="2147483707" r:id="rId14"/>
    <p:sldLayoutId id="2147483683" r:id="rId26"/>
    <p:sldLayoutId id="2147483684" r:id="rId27"/>
  </p:sldLayoutIdLst>
  <p:txStyles>
    <p:titleStyle>
      <a:lvl1pPr algn="l" defTabSz="914354" rtl="0" eaLnBrk="1" latinLnBrk="0" hangingPunct="1">
        <a:lnSpc>
          <a:spcPct val="93000"/>
        </a:lnSpc>
        <a:spcBef>
          <a:spcPct val="0"/>
        </a:spcBef>
        <a:buNone/>
        <a:defRPr sz="2500" b="1" kern="1200" spc="0" baseline="0">
          <a:ln w="6350" cap="flat">
            <a:noFill/>
            <a:miter lim="800000"/>
          </a:ln>
          <a:solidFill>
            <a:schemeClr val="tx1"/>
          </a:solidFill>
          <a:latin typeface="Rockwell"/>
          <a:ea typeface="+mj-ea"/>
          <a:cs typeface="+mj-cs"/>
        </a:defRPr>
      </a:lvl1pPr>
    </p:titleStyle>
    <p:bodyStyle>
      <a:lvl1pPr marL="0" indent="0" algn="l" defTabSz="914354" rtl="0" eaLnBrk="1" latinLnBrk="0" hangingPunct="1">
        <a:lnSpc>
          <a:spcPct val="114000"/>
        </a:lnSpc>
        <a:spcBef>
          <a:spcPts val="500"/>
        </a:spcBef>
        <a:spcAft>
          <a:spcPts val="0"/>
        </a:spcAft>
        <a:buFont typeface="Trebuchet MS"/>
        <a:buChar char="​"/>
        <a:defRPr sz="1600" b="0" kern="1200">
          <a:solidFill>
            <a:schemeClr val="tx1"/>
          </a:solidFill>
          <a:latin typeface="+mn-lt"/>
          <a:ea typeface="Trebuchet MS"/>
          <a:cs typeface="Trebuchet MS"/>
        </a:defRPr>
      </a:lvl1pPr>
      <a:lvl2pPr marL="228589" indent="-225414" algn="l" defTabSz="914354" rtl="0" eaLnBrk="1" latinLnBrk="0" hangingPunct="1">
        <a:lnSpc>
          <a:spcPct val="114000"/>
        </a:lnSpc>
        <a:spcBef>
          <a:spcPts val="251"/>
        </a:spcBef>
        <a:spcAft>
          <a:spcPts val="0"/>
        </a:spcAft>
        <a:buFont typeface="Trebuchet MS"/>
        <a:buChar char="•"/>
        <a:defRPr sz="1600" b="0" kern="1200">
          <a:solidFill>
            <a:schemeClr val="tx1"/>
          </a:solidFill>
          <a:latin typeface="+mn-lt"/>
          <a:ea typeface="Trebuchet MS"/>
          <a:cs typeface="Trebuchet MS"/>
        </a:defRPr>
      </a:lvl2pPr>
      <a:lvl3pPr marL="515914" indent="-287323" algn="l" defTabSz="914354" rtl="0" eaLnBrk="1" latinLnBrk="0" hangingPunct="1">
        <a:lnSpc>
          <a:spcPct val="114000"/>
        </a:lnSpc>
        <a:spcBef>
          <a:spcPts val="125"/>
        </a:spcBef>
        <a:spcAft>
          <a:spcPts val="0"/>
        </a:spcAft>
        <a:buFont typeface="Trebuchet MS"/>
        <a:buChar char="—"/>
        <a:defRPr sz="1600" b="0" kern="1200">
          <a:solidFill>
            <a:schemeClr val="tx1"/>
          </a:solidFill>
          <a:latin typeface="+mn-lt"/>
          <a:ea typeface="Trebuchet MS"/>
          <a:cs typeface="Trebuchet MS"/>
        </a:defRPr>
      </a:lvl3pPr>
      <a:lvl4pPr marL="742913" indent="-182554" algn="l" defTabSz="914354" rtl="0" eaLnBrk="1" latinLnBrk="0" hangingPunct="1">
        <a:lnSpc>
          <a:spcPct val="114000"/>
        </a:lnSpc>
        <a:spcBef>
          <a:spcPts val="125"/>
        </a:spcBef>
        <a:spcAft>
          <a:spcPts val="0"/>
        </a:spcAft>
        <a:buFont typeface="Trebuchet MS"/>
        <a:buChar char="»"/>
        <a:defRPr sz="1600" b="0" kern="1200">
          <a:solidFill>
            <a:schemeClr val="tx1"/>
          </a:solidFill>
          <a:latin typeface="+mn-lt"/>
          <a:ea typeface="Trebuchet MS"/>
          <a:cs typeface="Trebuchet MS"/>
        </a:defRPr>
      </a:lvl4pPr>
      <a:lvl5pPr marL="914354" indent="-136519" algn="l" defTabSz="914354" rtl="0" eaLnBrk="1" latinLnBrk="0" hangingPunct="1">
        <a:lnSpc>
          <a:spcPct val="114000"/>
        </a:lnSpc>
        <a:spcBef>
          <a:spcPts val="125"/>
        </a:spcBef>
        <a:spcAft>
          <a:spcPts val="0"/>
        </a:spcAft>
        <a:buSzPct val="100000"/>
        <a:buFont typeface="Trebuchet MS"/>
        <a:buChar char="›"/>
        <a:defRPr sz="1600" b="0" kern="1200">
          <a:solidFill>
            <a:schemeClr val="tx1"/>
          </a:solidFill>
          <a:latin typeface="+mn-lt"/>
          <a:ea typeface="Trebuchet MS"/>
          <a:cs typeface="Trebuchet MS"/>
        </a:defRPr>
      </a:lvl5pPr>
      <a:lvl6pPr marL="1085797" indent="-171442" algn="l" defTabSz="914354" rtl="0" eaLnBrk="1" latinLnBrk="0" hangingPunct="1">
        <a:lnSpc>
          <a:spcPct val="114000"/>
        </a:lnSpc>
        <a:spcBef>
          <a:spcPts val="0"/>
        </a:spcBef>
        <a:spcAft>
          <a:spcPts val="300"/>
        </a:spcAft>
        <a:buSzPct val="100000"/>
        <a:buFont typeface="Trebuchet MS"/>
        <a:buChar char="◦"/>
        <a:defRPr sz="1600" b="0" kern="1200">
          <a:solidFill>
            <a:schemeClr val="tx1"/>
          </a:solidFill>
          <a:latin typeface="+mn-lt"/>
          <a:ea typeface="+mn-ea"/>
          <a:cs typeface="Trebuchet MS"/>
        </a:defRPr>
      </a:lvl6pPr>
      <a:lvl7pPr marL="914356" indent="0" algn="l" defTabSz="914354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Trebuchet MS"/>
        <a:buNone/>
        <a:defRPr sz="1600" kern="1200">
          <a:solidFill>
            <a:schemeClr val="tx1"/>
          </a:solidFill>
          <a:latin typeface="Inter" panose="02000503000000020004" pitchFamily="2" charset="0"/>
          <a:ea typeface="Trebuchet MS"/>
          <a:cs typeface="Trebuchet MS"/>
        </a:defRPr>
      </a:lvl7pPr>
      <a:lvl8pPr marL="1085797" indent="-171442" algn="l" defTabSz="914354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Trebuchet MS"/>
        <a:buChar char="▫"/>
        <a:defRPr sz="1600" kern="1200">
          <a:solidFill>
            <a:schemeClr val="tx1"/>
          </a:solidFill>
          <a:latin typeface="+mn-lt"/>
          <a:ea typeface="+mn-ea"/>
          <a:cs typeface="Trebuchet MS"/>
        </a:defRPr>
      </a:lvl8pPr>
      <a:lvl9pPr marL="1085797" indent="-171442" algn="l" defTabSz="914354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Trebuchet MS"/>
        <a:buChar char="▫"/>
        <a:defRPr sz="1600" kern="1200">
          <a:solidFill>
            <a:schemeClr val="tx1"/>
          </a:solidFill>
          <a:latin typeface="+mn-lt"/>
          <a:ea typeface="+mn-ea"/>
          <a:cs typeface="Trebuchet MS"/>
        </a:defRPr>
      </a:lvl9pPr>
    </p:bodyStyle>
    <p:otherStyle>
      <a:defPPr>
        <a:defRPr lang="en-US"/>
      </a:defPPr>
      <a:lvl1pPr marL="0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78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54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32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09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886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062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240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418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824">
          <p15:clr>
            <a:srgbClr val="5ACBF0"/>
          </p15:clr>
        </p15:guide>
        <p15:guide id="3" orient="horz" pos="5216">
          <p15:clr>
            <a:srgbClr val="5ACBF0"/>
          </p15:clr>
        </p15:guide>
        <p15:guide id="4" orient="horz" pos="1433">
          <p15:clr>
            <a:srgbClr val="F26B43"/>
          </p15:clr>
        </p15:guide>
        <p15:guide id="5" pos="9772">
          <p15:clr>
            <a:srgbClr val="F26B43"/>
          </p15:clr>
        </p15:guide>
        <p15:guide id="6" pos="347">
          <p15:clr>
            <a:srgbClr val="F26B43"/>
          </p15:clr>
        </p15:guide>
        <p15:guide id="8" orient="horz" pos="5417">
          <p15:clr>
            <a:srgbClr val="F26B43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ubtitle 1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/>
            <a:r>
              <a:t>Pi for Excel — powerful but parsimonious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t>Tool Interface Review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Current state: 14 tools, all always-on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Every tool definition sent on every turn (~2–3k tokens)</a:t>
            </a:r>
          </a:p>
        </p:txBody>
      </p:sp>
      <p:sp>
        <p:nvSpPr>
          <p:cNvPr id="1001" name="TextBox"/>
          <p:cNvSpPr txBox="1">
            <a:spLocks/>
          </p:cNvSpPr>
          <p:nvPr/>
        </p:nvSpPr>
        <p:spPr>
          <a:xfrm>
            <a:off x="2025757" y="1759719"/>
            <a:ext cx="3822753" cy="274299"/>
          </a:xfrm>
          <a:prstGeom prst="rect">
            <a:avLst/>
          </a:prstGeom>
          <a:noFill/>
        </p:spPr>
        <p:txBody>
          <a:bodyPr vert="horz" lIns="0" tIns="0" rIns="0" bIns="0" rtlCol="0" anchor="b">
            <a:noAutofit/>
          </a:bodyPr>
          <a:lstStyle>
            <a:lvl1pPr marL="0" indent="0" algn="l" defTabSz="914354" rtl="0" eaLnBrk="1" latinLnBrk="0" hangingPunct="1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None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1pPr>
            <a:lvl2pPr marL="228600" indent="-228600" algn="l" defTabSz="914354" rtl="0" eaLnBrk="1" latinLnBrk="0" hangingPunct="1">
              <a:lnSpc>
                <a:spcPct val="114000"/>
              </a:lnSpc>
              <a:spcBef>
                <a:spcPts val="250"/>
              </a:spcBef>
              <a:spcAft>
                <a:spcPts val="0"/>
              </a:spcAft>
              <a:buFont typeface="Trebuchet MS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2pPr>
            <a:lvl3pPr marL="457200" indent="-228600" algn="l" defTabSz="914354" rtl="0" eaLnBrk="1" latinLnBrk="0" hangingPunct="1">
              <a:lnSpc>
                <a:spcPct val="114000"/>
              </a:lnSpc>
              <a:spcBef>
                <a:spcPts val="125"/>
              </a:spcBef>
              <a:spcAft>
                <a:spcPts val="0"/>
              </a:spcAft>
              <a:buFont typeface="Trebuchet MS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3pPr>
            <a:lvl4pPr marL="685800" indent="-228600" algn="l" defTabSz="914354" rtl="0" eaLnBrk="1" latinLnBrk="0" hangingPunct="1">
              <a:lnSpc>
                <a:spcPct val="114000"/>
              </a:lnSpc>
              <a:spcBef>
                <a:spcPts val="125"/>
              </a:spcBef>
              <a:spcAft>
                <a:spcPts val="0"/>
              </a:spcAft>
              <a:buFont typeface="Trebuchet MS" pitchFamily="34" charset="0"/>
              <a:buChar char="»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4pPr>
            <a:lvl5pPr marL="914400" indent="-228600" algn="l" defTabSz="914354" rtl="0" eaLnBrk="1" latinLnBrk="0" hangingPunct="1">
              <a:lnSpc>
                <a:spcPct val="114000"/>
              </a:lnSpc>
              <a:spcBef>
                <a:spcPts val="125"/>
              </a:spcBef>
              <a:spcAft>
                <a:spcPts val="0"/>
              </a:spcAft>
              <a:buFont typeface="Trebuchet MS" pitchFamily="34" charset="0"/>
              <a:buChar char="›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5pPr>
            <a:lvl6pPr marL="1143000" indent="-228600" algn="l" defTabSz="914354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Font typeface="Trebuchet MS" pitchFamily="34" charset="0"/>
              <a:buChar char="◦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6pPr>
            <a:lvl7pPr marL="914400" indent="0" algn="l" defTabSz="91435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7pPr>
            <a:lvl8pPr marL="1143000" indent="-228600" algn="l" defTabSz="91435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Trebuchet MS" pitchFamily="34" charset="0"/>
              <a:buChar char="▫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8pPr>
            <a:lvl9pPr marL="1143000" indent="-228600" algn="l" defTabSz="91435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Trebuchet MS" pitchFamily="34" charset="0"/>
              <a:buChar char="▫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9pPr>
          </a:lstStyle>
          <a:p>
            <a:pPr lvl="0" algn="l"/>
            <a:r>
              <a:rPr lang="en-US" sz="1300" b="1">
                <a:solidFill>
                  <a:schemeClr val="tx1"/>
                </a:solidFill>
                <a:latin typeface="Rockwell"/>
              </a:rPr>
              <a:t>Tools (14 total)</a:t>
            </a:r>
          </a:p>
        </p:txBody>
      </p:sp>
      <p:sp>
        <p:nvSpPr>
          <p:cNvPr id="1002" name="TextBox"/>
          <p:cNvSpPr txBox="1">
            <a:spLocks/>
          </p:cNvSpPr>
          <p:nvPr/>
        </p:nvSpPr>
        <p:spPr>
          <a:xfrm>
            <a:off x="5939950" y="1759719"/>
            <a:ext cx="1582514" cy="274299"/>
          </a:xfrm>
          <a:prstGeom prst="rect">
            <a:avLst/>
          </a:prstGeom>
          <a:noFill/>
        </p:spPr>
        <p:txBody>
          <a:bodyPr vert="horz" lIns="0" tIns="0" rIns="0" bIns="0" rtlCol="0" anchor="b">
            <a:noAutofit/>
          </a:bodyPr>
          <a:lstStyle>
            <a:lvl1pPr marL="0" indent="0" algn="l" defTabSz="914354" rtl="0" eaLnBrk="1" latinLnBrk="0" hangingPunct="1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None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1pPr>
            <a:lvl2pPr marL="228600" indent="-228600" algn="l" defTabSz="914354" rtl="0" eaLnBrk="1" latinLnBrk="0" hangingPunct="1">
              <a:lnSpc>
                <a:spcPct val="114000"/>
              </a:lnSpc>
              <a:spcBef>
                <a:spcPts val="250"/>
              </a:spcBef>
              <a:spcAft>
                <a:spcPts val="0"/>
              </a:spcAft>
              <a:buFont typeface="Trebuchet MS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2pPr>
            <a:lvl3pPr marL="457200" indent="-228600" algn="l" defTabSz="914354" rtl="0" eaLnBrk="1" latinLnBrk="0" hangingPunct="1">
              <a:lnSpc>
                <a:spcPct val="114000"/>
              </a:lnSpc>
              <a:spcBef>
                <a:spcPts val="125"/>
              </a:spcBef>
              <a:spcAft>
                <a:spcPts val="0"/>
              </a:spcAft>
              <a:buFont typeface="Trebuchet MS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3pPr>
            <a:lvl4pPr marL="685800" indent="-228600" algn="l" defTabSz="914354" rtl="0" eaLnBrk="1" latinLnBrk="0" hangingPunct="1">
              <a:lnSpc>
                <a:spcPct val="114000"/>
              </a:lnSpc>
              <a:spcBef>
                <a:spcPts val="125"/>
              </a:spcBef>
              <a:spcAft>
                <a:spcPts val="0"/>
              </a:spcAft>
              <a:buFont typeface="Trebuchet MS" pitchFamily="34" charset="0"/>
              <a:buChar char="»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4pPr>
            <a:lvl5pPr marL="914400" indent="-228600" algn="l" defTabSz="914354" rtl="0" eaLnBrk="1" latinLnBrk="0" hangingPunct="1">
              <a:lnSpc>
                <a:spcPct val="114000"/>
              </a:lnSpc>
              <a:spcBef>
                <a:spcPts val="125"/>
              </a:spcBef>
              <a:spcAft>
                <a:spcPts val="0"/>
              </a:spcAft>
              <a:buFont typeface="Trebuchet MS" pitchFamily="34" charset="0"/>
              <a:buChar char="›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5pPr>
            <a:lvl6pPr marL="1143000" indent="-228600" algn="l" defTabSz="914354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Font typeface="Trebuchet MS" pitchFamily="34" charset="0"/>
              <a:buChar char="◦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6pPr>
            <a:lvl7pPr marL="914400" indent="0" algn="l" defTabSz="91435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7pPr>
            <a:lvl8pPr marL="1143000" indent="-228600" algn="l" defTabSz="91435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Trebuchet MS" pitchFamily="34" charset="0"/>
              <a:buChar char="▫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8pPr>
            <a:lvl9pPr marL="1143000" indent="-228600" algn="l" defTabSz="91435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Trebuchet MS" pitchFamily="34" charset="0"/>
              <a:buChar char="▫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9pPr>
          </a:lstStyle>
          <a:p>
            <a:pPr lvl="0" algn="l"/>
            <a:r>
              <a:rPr lang="en-US" sz="1300" b="1">
                <a:solidFill>
                  <a:schemeClr val="tx1"/>
                </a:solidFill>
                <a:latin typeface="Rockwell"/>
              </a:rPr>
              <a:t>Use</a:t>
            </a:r>
          </a:p>
        </p:txBody>
      </p:sp>
      <p:cxnSp>
        <p:nvCxnSpPr>
          <p:cNvPr id="1003" name="Line"/>
          <p:cNvCxnSpPr/>
          <p:nvPr/>
        </p:nvCxnSpPr>
        <p:spPr>
          <a:xfrm>
            <a:off x="554736" y="2079738"/>
            <a:ext cx="6967728" cy="0"/>
          </a:xfrm>
          <a:prstGeom prst="line">
            <a:avLst/>
          </a:prstGeom>
          <a:ln w="19050">
            <a:solidFill>
              <a:schemeClr val="tx1"/>
            </a:solidFill>
          </a:ln>
        </p:spPr>
      </p:cxnSp>
      <p:sp>
        <p:nvSpPr>
          <p:cNvPr id="1004" name="TextBox"/>
          <p:cNvSpPr txBox="1">
            <a:spLocks/>
          </p:cNvSpPr>
          <p:nvPr/>
        </p:nvSpPr>
        <p:spPr>
          <a:xfrm>
            <a:off x="554736" y="2125458"/>
            <a:ext cx="1333861" cy="532386"/>
          </a:xfrm>
          <a:prstGeom prst="rect">
            <a:avLst/>
          </a:prstGeom>
          <a:noFill/>
        </p:spPr>
        <p:txBody>
          <a:bodyPr vert="horz" lIns="0" tIns="0" rIns="0" bIns="0" rtlCol="0" anchor="t">
            <a:noAutofit/>
          </a:bodyPr>
          <a:lstStyle>
            <a:lvl1pPr marL="0" indent="0" algn="l" defTabSz="914354" rtl="0" eaLnBrk="1" latinLnBrk="0" hangingPunct="1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None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1pPr>
            <a:lvl2pPr marL="228600" indent="-228600" algn="l" defTabSz="914354" rtl="0" eaLnBrk="1" latinLnBrk="0" hangingPunct="1">
              <a:lnSpc>
                <a:spcPct val="114000"/>
              </a:lnSpc>
              <a:spcBef>
                <a:spcPts val="250"/>
              </a:spcBef>
              <a:spcAft>
                <a:spcPts val="0"/>
              </a:spcAft>
              <a:buFont typeface="Trebuchet MS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2pPr>
            <a:lvl3pPr marL="457200" indent="-228600" algn="l" defTabSz="914354" rtl="0" eaLnBrk="1" latinLnBrk="0" hangingPunct="1">
              <a:lnSpc>
                <a:spcPct val="114000"/>
              </a:lnSpc>
              <a:spcBef>
                <a:spcPts val="125"/>
              </a:spcBef>
              <a:spcAft>
                <a:spcPts val="0"/>
              </a:spcAft>
              <a:buFont typeface="Trebuchet MS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3pPr>
            <a:lvl4pPr marL="685800" indent="-228600" algn="l" defTabSz="914354" rtl="0" eaLnBrk="1" latinLnBrk="0" hangingPunct="1">
              <a:lnSpc>
                <a:spcPct val="114000"/>
              </a:lnSpc>
              <a:spcBef>
                <a:spcPts val="125"/>
              </a:spcBef>
              <a:spcAft>
                <a:spcPts val="0"/>
              </a:spcAft>
              <a:buFont typeface="Trebuchet MS" pitchFamily="34" charset="0"/>
              <a:buChar char="»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4pPr>
            <a:lvl5pPr marL="914400" indent="-228600" algn="l" defTabSz="914354" rtl="0" eaLnBrk="1" latinLnBrk="0" hangingPunct="1">
              <a:lnSpc>
                <a:spcPct val="114000"/>
              </a:lnSpc>
              <a:spcBef>
                <a:spcPts val="125"/>
              </a:spcBef>
              <a:spcAft>
                <a:spcPts val="0"/>
              </a:spcAft>
              <a:buFont typeface="Trebuchet MS" pitchFamily="34" charset="0"/>
              <a:buChar char="›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5pPr>
            <a:lvl6pPr marL="1143000" indent="-228600" algn="l" defTabSz="914354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Font typeface="Trebuchet MS" pitchFamily="34" charset="0"/>
              <a:buChar char="◦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6pPr>
            <a:lvl7pPr marL="914400" indent="0" algn="l" defTabSz="91435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7pPr>
            <a:lvl8pPr marL="1143000" indent="-228600" algn="l" defTabSz="91435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Trebuchet MS" pitchFamily="34" charset="0"/>
              <a:buChar char="▫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8pPr>
            <a:lvl9pPr marL="1143000" indent="-228600" algn="l" defTabSz="91435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Trebuchet MS" pitchFamily="34" charset="0"/>
              <a:buChar char="▫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9pPr>
          </a:lstStyle>
          <a:p>
            <a:pPr lvl="0" algn="l"/>
            <a:r>
              <a:rPr lang="en-US" sz="1300" b="1">
                <a:solidFill>
                  <a:schemeClr val="accent1"/>
                </a:solidFill>
                <a:latin typeface="Rockwell"/>
              </a:rPr>
              <a:t>Read (5)</a:t>
            </a:r>
          </a:p>
        </p:txBody>
      </p:sp>
      <p:sp>
        <p:nvSpPr>
          <p:cNvPr id="1005" name="TextBox"/>
          <p:cNvSpPr txBox="1">
            <a:spLocks/>
          </p:cNvSpPr>
          <p:nvPr/>
        </p:nvSpPr>
        <p:spPr>
          <a:xfrm>
            <a:off x="554736" y="2749284"/>
            <a:ext cx="1333861" cy="532386"/>
          </a:xfrm>
          <a:prstGeom prst="rect">
            <a:avLst/>
          </a:prstGeom>
          <a:noFill/>
        </p:spPr>
        <p:txBody>
          <a:bodyPr vert="horz" lIns="0" tIns="0" rIns="0" bIns="0" rtlCol="0" anchor="t">
            <a:noAutofit/>
          </a:bodyPr>
          <a:lstStyle>
            <a:lvl1pPr marL="0" indent="0" algn="l" defTabSz="914354" rtl="0" eaLnBrk="1" latinLnBrk="0" hangingPunct="1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None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1pPr>
            <a:lvl2pPr marL="228600" indent="-228600" algn="l" defTabSz="914354" rtl="0" eaLnBrk="1" latinLnBrk="0" hangingPunct="1">
              <a:lnSpc>
                <a:spcPct val="114000"/>
              </a:lnSpc>
              <a:spcBef>
                <a:spcPts val="250"/>
              </a:spcBef>
              <a:spcAft>
                <a:spcPts val="0"/>
              </a:spcAft>
              <a:buFont typeface="Trebuchet MS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2pPr>
            <a:lvl3pPr marL="457200" indent="-228600" algn="l" defTabSz="914354" rtl="0" eaLnBrk="1" latinLnBrk="0" hangingPunct="1">
              <a:lnSpc>
                <a:spcPct val="114000"/>
              </a:lnSpc>
              <a:spcBef>
                <a:spcPts val="125"/>
              </a:spcBef>
              <a:spcAft>
                <a:spcPts val="0"/>
              </a:spcAft>
              <a:buFont typeface="Trebuchet MS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3pPr>
            <a:lvl4pPr marL="685800" indent="-228600" algn="l" defTabSz="914354" rtl="0" eaLnBrk="1" latinLnBrk="0" hangingPunct="1">
              <a:lnSpc>
                <a:spcPct val="114000"/>
              </a:lnSpc>
              <a:spcBef>
                <a:spcPts val="125"/>
              </a:spcBef>
              <a:spcAft>
                <a:spcPts val="0"/>
              </a:spcAft>
              <a:buFont typeface="Trebuchet MS" pitchFamily="34" charset="0"/>
              <a:buChar char="»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4pPr>
            <a:lvl5pPr marL="914400" indent="-228600" algn="l" defTabSz="914354" rtl="0" eaLnBrk="1" latinLnBrk="0" hangingPunct="1">
              <a:lnSpc>
                <a:spcPct val="114000"/>
              </a:lnSpc>
              <a:spcBef>
                <a:spcPts val="125"/>
              </a:spcBef>
              <a:spcAft>
                <a:spcPts val="0"/>
              </a:spcAft>
              <a:buFont typeface="Trebuchet MS" pitchFamily="34" charset="0"/>
              <a:buChar char="›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5pPr>
            <a:lvl6pPr marL="1143000" indent="-228600" algn="l" defTabSz="914354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Font typeface="Trebuchet MS" pitchFamily="34" charset="0"/>
              <a:buChar char="◦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6pPr>
            <a:lvl7pPr marL="914400" indent="0" algn="l" defTabSz="91435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7pPr>
            <a:lvl8pPr marL="1143000" indent="-228600" algn="l" defTabSz="91435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Trebuchet MS" pitchFamily="34" charset="0"/>
              <a:buChar char="▫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8pPr>
            <a:lvl9pPr marL="1143000" indent="-228600" algn="l" defTabSz="91435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Trebuchet MS" pitchFamily="34" charset="0"/>
              <a:buChar char="▫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9pPr>
          </a:lstStyle>
          <a:p>
            <a:pPr lvl="0" algn="l"/>
            <a:r>
              <a:rPr lang="en-US" sz="1300" b="1">
                <a:solidFill>
                  <a:schemeClr val="accent1"/>
                </a:solidFill>
                <a:latin typeface="Rockwell"/>
              </a:rPr>
              <a:t>Write (2)</a:t>
            </a:r>
          </a:p>
        </p:txBody>
      </p:sp>
      <p:sp>
        <p:nvSpPr>
          <p:cNvPr id="1006" name="TextBox"/>
          <p:cNvSpPr txBox="1">
            <a:spLocks/>
          </p:cNvSpPr>
          <p:nvPr/>
        </p:nvSpPr>
        <p:spPr>
          <a:xfrm>
            <a:off x="554736" y="3373110"/>
            <a:ext cx="1333861" cy="532386"/>
          </a:xfrm>
          <a:prstGeom prst="rect">
            <a:avLst/>
          </a:prstGeom>
          <a:noFill/>
        </p:spPr>
        <p:txBody>
          <a:bodyPr vert="horz" lIns="0" tIns="0" rIns="0" bIns="0" rtlCol="0" anchor="t">
            <a:noAutofit/>
          </a:bodyPr>
          <a:lstStyle>
            <a:lvl1pPr marL="0" indent="0" algn="l" defTabSz="914354" rtl="0" eaLnBrk="1" latinLnBrk="0" hangingPunct="1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None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1pPr>
            <a:lvl2pPr marL="228600" indent="-228600" algn="l" defTabSz="914354" rtl="0" eaLnBrk="1" latinLnBrk="0" hangingPunct="1">
              <a:lnSpc>
                <a:spcPct val="114000"/>
              </a:lnSpc>
              <a:spcBef>
                <a:spcPts val="250"/>
              </a:spcBef>
              <a:spcAft>
                <a:spcPts val="0"/>
              </a:spcAft>
              <a:buFont typeface="Trebuchet MS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2pPr>
            <a:lvl3pPr marL="457200" indent="-228600" algn="l" defTabSz="914354" rtl="0" eaLnBrk="1" latinLnBrk="0" hangingPunct="1">
              <a:lnSpc>
                <a:spcPct val="114000"/>
              </a:lnSpc>
              <a:spcBef>
                <a:spcPts val="125"/>
              </a:spcBef>
              <a:spcAft>
                <a:spcPts val="0"/>
              </a:spcAft>
              <a:buFont typeface="Trebuchet MS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3pPr>
            <a:lvl4pPr marL="685800" indent="-228600" algn="l" defTabSz="914354" rtl="0" eaLnBrk="1" latinLnBrk="0" hangingPunct="1">
              <a:lnSpc>
                <a:spcPct val="114000"/>
              </a:lnSpc>
              <a:spcBef>
                <a:spcPts val="125"/>
              </a:spcBef>
              <a:spcAft>
                <a:spcPts val="0"/>
              </a:spcAft>
              <a:buFont typeface="Trebuchet MS" pitchFamily="34" charset="0"/>
              <a:buChar char="»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4pPr>
            <a:lvl5pPr marL="914400" indent="-228600" algn="l" defTabSz="914354" rtl="0" eaLnBrk="1" latinLnBrk="0" hangingPunct="1">
              <a:lnSpc>
                <a:spcPct val="114000"/>
              </a:lnSpc>
              <a:spcBef>
                <a:spcPts val="125"/>
              </a:spcBef>
              <a:spcAft>
                <a:spcPts val="0"/>
              </a:spcAft>
              <a:buFont typeface="Trebuchet MS" pitchFamily="34" charset="0"/>
              <a:buChar char="›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5pPr>
            <a:lvl6pPr marL="1143000" indent="-228600" algn="l" defTabSz="914354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Font typeface="Trebuchet MS" pitchFamily="34" charset="0"/>
              <a:buChar char="◦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6pPr>
            <a:lvl7pPr marL="914400" indent="0" algn="l" defTabSz="91435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7pPr>
            <a:lvl8pPr marL="1143000" indent="-228600" algn="l" defTabSz="91435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Trebuchet MS" pitchFamily="34" charset="0"/>
              <a:buChar char="▫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8pPr>
            <a:lvl9pPr marL="1143000" indent="-228600" algn="l" defTabSz="91435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Trebuchet MS" pitchFamily="34" charset="0"/>
              <a:buChar char="▫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9pPr>
          </a:lstStyle>
          <a:p>
            <a:pPr lvl="0" algn="l"/>
            <a:r>
              <a:rPr lang="en-US" sz="1300" b="1">
                <a:solidFill>
                  <a:schemeClr val="accent1"/>
                </a:solidFill>
                <a:latin typeface="Rockwell"/>
              </a:rPr>
              <a:t>Navigate (1)</a:t>
            </a:r>
          </a:p>
        </p:txBody>
      </p:sp>
      <p:sp>
        <p:nvSpPr>
          <p:cNvPr id="1007" name="TextBox"/>
          <p:cNvSpPr txBox="1">
            <a:spLocks/>
          </p:cNvSpPr>
          <p:nvPr/>
        </p:nvSpPr>
        <p:spPr>
          <a:xfrm>
            <a:off x="554736" y="3996936"/>
            <a:ext cx="1333861" cy="532386"/>
          </a:xfrm>
          <a:prstGeom prst="rect">
            <a:avLst/>
          </a:prstGeom>
          <a:noFill/>
        </p:spPr>
        <p:txBody>
          <a:bodyPr vert="horz" lIns="0" tIns="0" rIns="0" bIns="0" rtlCol="0" anchor="t">
            <a:noAutofit/>
          </a:bodyPr>
          <a:lstStyle>
            <a:lvl1pPr marL="0" indent="0" algn="l" defTabSz="914354" rtl="0" eaLnBrk="1" latinLnBrk="0" hangingPunct="1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None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1pPr>
            <a:lvl2pPr marL="228600" indent="-228600" algn="l" defTabSz="914354" rtl="0" eaLnBrk="1" latinLnBrk="0" hangingPunct="1">
              <a:lnSpc>
                <a:spcPct val="114000"/>
              </a:lnSpc>
              <a:spcBef>
                <a:spcPts val="250"/>
              </a:spcBef>
              <a:spcAft>
                <a:spcPts val="0"/>
              </a:spcAft>
              <a:buFont typeface="Trebuchet MS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2pPr>
            <a:lvl3pPr marL="457200" indent="-228600" algn="l" defTabSz="914354" rtl="0" eaLnBrk="1" latinLnBrk="0" hangingPunct="1">
              <a:lnSpc>
                <a:spcPct val="114000"/>
              </a:lnSpc>
              <a:spcBef>
                <a:spcPts val="125"/>
              </a:spcBef>
              <a:spcAft>
                <a:spcPts val="0"/>
              </a:spcAft>
              <a:buFont typeface="Trebuchet MS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3pPr>
            <a:lvl4pPr marL="685800" indent="-228600" algn="l" defTabSz="914354" rtl="0" eaLnBrk="1" latinLnBrk="0" hangingPunct="1">
              <a:lnSpc>
                <a:spcPct val="114000"/>
              </a:lnSpc>
              <a:spcBef>
                <a:spcPts val="125"/>
              </a:spcBef>
              <a:spcAft>
                <a:spcPts val="0"/>
              </a:spcAft>
              <a:buFont typeface="Trebuchet MS" pitchFamily="34" charset="0"/>
              <a:buChar char="»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4pPr>
            <a:lvl5pPr marL="914400" indent="-228600" algn="l" defTabSz="914354" rtl="0" eaLnBrk="1" latinLnBrk="0" hangingPunct="1">
              <a:lnSpc>
                <a:spcPct val="114000"/>
              </a:lnSpc>
              <a:spcBef>
                <a:spcPts val="125"/>
              </a:spcBef>
              <a:spcAft>
                <a:spcPts val="0"/>
              </a:spcAft>
              <a:buFont typeface="Trebuchet MS" pitchFamily="34" charset="0"/>
              <a:buChar char="›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5pPr>
            <a:lvl6pPr marL="1143000" indent="-228600" algn="l" defTabSz="914354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Font typeface="Trebuchet MS" pitchFamily="34" charset="0"/>
              <a:buChar char="◦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6pPr>
            <a:lvl7pPr marL="914400" indent="0" algn="l" defTabSz="91435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7pPr>
            <a:lvl8pPr marL="1143000" indent="-228600" algn="l" defTabSz="91435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Trebuchet MS" pitchFamily="34" charset="0"/>
              <a:buChar char="▫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8pPr>
            <a:lvl9pPr marL="1143000" indent="-228600" algn="l" defTabSz="91435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Trebuchet MS" pitchFamily="34" charset="0"/>
              <a:buChar char="▫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9pPr>
          </a:lstStyle>
          <a:p>
            <a:pPr lvl="0" algn="l"/>
            <a:r>
              <a:rPr lang="en-US" sz="1300" b="1">
                <a:solidFill>
                  <a:schemeClr val="accent1"/>
                </a:solidFill>
                <a:latin typeface="Rockwell"/>
              </a:rPr>
              <a:t>Structure (1)</a:t>
            </a:r>
          </a:p>
        </p:txBody>
      </p:sp>
      <p:sp>
        <p:nvSpPr>
          <p:cNvPr id="1008" name="TextBox"/>
          <p:cNvSpPr txBox="1">
            <a:spLocks/>
          </p:cNvSpPr>
          <p:nvPr/>
        </p:nvSpPr>
        <p:spPr>
          <a:xfrm>
            <a:off x="554736" y="4620762"/>
            <a:ext cx="1333861" cy="532386"/>
          </a:xfrm>
          <a:prstGeom prst="rect">
            <a:avLst/>
          </a:prstGeom>
          <a:noFill/>
        </p:spPr>
        <p:txBody>
          <a:bodyPr vert="horz" lIns="0" tIns="0" rIns="0" bIns="0" rtlCol="0" anchor="t">
            <a:noAutofit/>
          </a:bodyPr>
          <a:lstStyle>
            <a:lvl1pPr marL="0" indent="0" algn="l" defTabSz="914354" rtl="0" eaLnBrk="1" latinLnBrk="0" hangingPunct="1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None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1pPr>
            <a:lvl2pPr marL="228600" indent="-228600" algn="l" defTabSz="914354" rtl="0" eaLnBrk="1" latinLnBrk="0" hangingPunct="1">
              <a:lnSpc>
                <a:spcPct val="114000"/>
              </a:lnSpc>
              <a:spcBef>
                <a:spcPts val="250"/>
              </a:spcBef>
              <a:spcAft>
                <a:spcPts val="0"/>
              </a:spcAft>
              <a:buFont typeface="Trebuchet MS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2pPr>
            <a:lvl3pPr marL="457200" indent="-228600" algn="l" defTabSz="914354" rtl="0" eaLnBrk="1" latinLnBrk="0" hangingPunct="1">
              <a:lnSpc>
                <a:spcPct val="114000"/>
              </a:lnSpc>
              <a:spcBef>
                <a:spcPts val="125"/>
              </a:spcBef>
              <a:spcAft>
                <a:spcPts val="0"/>
              </a:spcAft>
              <a:buFont typeface="Trebuchet MS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3pPr>
            <a:lvl4pPr marL="685800" indent="-228600" algn="l" defTabSz="914354" rtl="0" eaLnBrk="1" latinLnBrk="0" hangingPunct="1">
              <a:lnSpc>
                <a:spcPct val="114000"/>
              </a:lnSpc>
              <a:spcBef>
                <a:spcPts val="125"/>
              </a:spcBef>
              <a:spcAft>
                <a:spcPts val="0"/>
              </a:spcAft>
              <a:buFont typeface="Trebuchet MS" pitchFamily="34" charset="0"/>
              <a:buChar char="»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4pPr>
            <a:lvl5pPr marL="914400" indent="-228600" algn="l" defTabSz="914354" rtl="0" eaLnBrk="1" latinLnBrk="0" hangingPunct="1">
              <a:lnSpc>
                <a:spcPct val="114000"/>
              </a:lnSpc>
              <a:spcBef>
                <a:spcPts val="125"/>
              </a:spcBef>
              <a:spcAft>
                <a:spcPts val="0"/>
              </a:spcAft>
              <a:buFont typeface="Trebuchet MS" pitchFamily="34" charset="0"/>
              <a:buChar char="›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5pPr>
            <a:lvl6pPr marL="1143000" indent="-228600" algn="l" defTabSz="914354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Font typeface="Trebuchet MS" pitchFamily="34" charset="0"/>
              <a:buChar char="◦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6pPr>
            <a:lvl7pPr marL="914400" indent="0" algn="l" defTabSz="91435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7pPr>
            <a:lvl8pPr marL="1143000" indent="-228600" algn="l" defTabSz="91435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Trebuchet MS" pitchFamily="34" charset="0"/>
              <a:buChar char="▫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8pPr>
            <a:lvl9pPr marL="1143000" indent="-228600" algn="l" defTabSz="91435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Trebuchet MS" pitchFamily="34" charset="0"/>
              <a:buChar char="▫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9pPr>
          </a:lstStyle>
          <a:p>
            <a:pPr lvl="0" algn="l"/>
            <a:r>
              <a:rPr lang="en-US" sz="1300" b="1">
                <a:solidFill>
                  <a:schemeClr val="accent1"/>
                </a:solidFill>
                <a:latin typeface="Rockwell"/>
              </a:rPr>
              <a:t>Format (2)</a:t>
            </a:r>
          </a:p>
        </p:txBody>
      </p:sp>
      <p:sp>
        <p:nvSpPr>
          <p:cNvPr id="1009" name="TextBox"/>
          <p:cNvSpPr txBox="1">
            <a:spLocks/>
          </p:cNvSpPr>
          <p:nvPr/>
        </p:nvSpPr>
        <p:spPr>
          <a:xfrm>
            <a:off x="554736" y="5244588"/>
            <a:ext cx="1333861" cy="532386"/>
          </a:xfrm>
          <a:prstGeom prst="rect">
            <a:avLst/>
          </a:prstGeom>
          <a:noFill/>
        </p:spPr>
        <p:txBody>
          <a:bodyPr vert="horz" lIns="0" tIns="0" rIns="0" bIns="0" rtlCol="0" anchor="t">
            <a:noAutofit/>
          </a:bodyPr>
          <a:lstStyle>
            <a:lvl1pPr marL="0" indent="0" algn="l" defTabSz="914354" rtl="0" eaLnBrk="1" latinLnBrk="0" hangingPunct="1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None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1pPr>
            <a:lvl2pPr marL="228600" indent="-228600" algn="l" defTabSz="914354" rtl="0" eaLnBrk="1" latinLnBrk="0" hangingPunct="1">
              <a:lnSpc>
                <a:spcPct val="114000"/>
              </a:lnSpc>
              <a:spcBef>
                <a:spcPts val="250"/>
              </a:spcBef>
              <a:spcAft>
                <a:spcPts val="0"/>
              </a:spcAft>
              <a:buFont typeface="Trebuchet MS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2pPr>
            <a:lvl3pPr marL="457200" indent="-228600" algn="l" defTabSz="914354" rtl="0" eaLnBrk="1" latinLnBrk="0" hangingPunct="1">
              <a:lnSpc>
                <a:spcPct val="114000"/>
              </a:lnSpc>
              <a:spcBef>
                <a:spcPts val="125"/>
              </a:spcBef>
              <a:spcAft>
                <a:spcPts val="0"/>
              </a:spcAft>
              <a:buFont typeface="Trebuchet MS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3pPr>
            <a:lvl4pPr marL="685800" indent="-228600" algn="l" defTabSz="914354" rtl="0" eaLnBrk="1" latinLnBrk="0" hangingPunct="1">
              <a:lnSpc>
                <a:spcPct val="114000"/>
              </a:lnSpc>
              <a:spcBef>
                <a:spcPts val="125"/>
              </a:spcBef>
              <a:spcAft>
                <a:spcPts val="0"/>
              </a:spcAft>
              <a:buFont typeface="Trebuchet MS" pitchFamily="34" charset="0"/>
              <a:buChar char="»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4pPr>
            <a:lvl5pPr marL="914400" indent="-228600" algn="l" defTabSz="914354" rtl="0" eaLnBrk="1" latinLnBrk="0" hangingPunct="1">
              <a:lnSpc>
                <a:spcPct val="114000"/>
              </a:lnSpc>
              <a:spcBef>
                <a:spcPts val="125"/>
              </a:spcBef>
              <a:spcAft>
                <a:spcPts val="0"/>
              </a:spcAft>
              <a:buFont typeface="Trebuchet MS" pitchFamily="34" charset="0"/>
              <a:buChar char="›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5pPr>
            <a:lvl6pPr marL="1143000" indent="-228600" algn="l" defTabSz="914354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Font typeface="Trebuchet MS" pitchFamily="34" charset="0"/>
              <a:buChar char="◦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6pPr>
            <a:lvl7pPr marL="914400" indent="0" algn="l" defTabSz="91435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7pPr>
            <a:lvl8pPr marL="1143000" indent="-228600" algn="l" defTabSz="91435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Trebuchet MS" pitchFamily="34" charset="0"/>
              <a:buChar char="▫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8pPr>
            <a:lvl9pPr marL="1143000" indent="-228600" algn="l" defTabSz="91435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Trebuchet MS" pitchFamily="34" charset="0"/>
              <a:buChar char="▫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9pPr>
          </a:lstStyle>
          <a:p>
            <a:pPr lvl="0" algn="l"/>
            <a:r>
              <a:rPr lang="en-US" sz="1300" b="1">
                <a:solidFill>
                  <a:schemeClr val="accent1"/>
                </a:solidFill>
                <a:latin typeface="Rockwell"/>
              </a:rPr>
              <a:t>Inspect (1)</a:t>
            </a:r>
          </a:p>
        </p:txBody>
      </p:sp>
      <p:sp>
        <p:nvSpPr>
          <p:cNvPr id="1010" name="TextBox"/>
          <p:cNvSpPr txBox="1">
            <a:spLocks/>
          </p:cNvSpPr>
          <p:nvPr/>
        </p:nvSpPr>
        <p:spPr>
          <a:xfrm>
            <a:off x="554736" y="5868414"/>
            <a:ext cx="1333861" cy="532386"/>
          </a:xfrm>
          <a:prstGeom prst="rect">
            <a:avLst/>
          </a:prstGeom>
          <a:noFill/>
        </p:spPr>
        <p:txBody>
          <a:bodyPr vert="horz" lIns="0" tIns="0" rIns="0" bIns="0" rtlCol="0" anchor="t">
            <a:noAutofit/>
          </a:bodyPr>
          <a:lstStyle>
            <a:lvl1pPr marL="0" indent="0" algn="l" defTabSz="914354" rtl="0" eaLnBrk="1" latinLnBrk="0" hangingPunct="1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None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1pPr>
            <a:lvl2pPr marL="228600" indent="-228600" algn="l" defTabSz="914354" rtl="0" eaLnBrk="1" latinLnBrk="0" hangingPunct="1">
              <a:lnSpc>
                <a:spcPct val="114000"/>
              </a:lnSpc>
              <a:spcBef>
                <a:spcPts val="250"/>
              </a:spcBef>
              <a:spcAft>
                <a:spcPts val="0"/>
              </a:spcAft>
              <a:buFont typeface="Trebuchet MS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2pPr>
            <a:lvl3pPr marL="457200" indent="-228600" algn="l" defTabSz="914354" rtl="0" eaLnBrk="1" latinLnBrk="0" hangingPunct="1">
              <a:lnSpc>
                <a:spcPct val="114000"/>
              </a:lnSpc>
              <a:spcBef>
                <a:spcPts val="125"/>
              </a:spcBef>
              <a:spcAft>
                <a:spcPts val="0"/>
              </a:spcAft>
              <a:buFont typeface="Trebuchet MS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3pPr>
            <a:lvl4pPr marL="685800" indent="-228600" algn="l" defTabSz="914354" rtl="0" eaLnBrk="1" latinLnBrk="0" hangingPunct="1">
              <a:lnSpc>
                <a:spcPct val="114000"/>
              </a:lnSpc>
              <a:spcBef>
                <a:spcPts val="125"/>
              </a:spcBef>
              <a:spcAft>
                <a:spcPts val="0"/>
              </a:spcAft>
              <a:buFont typeface="Trebuchet MS" pitchFamily="34" charset="0"/>
              <a:buChar char="»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4pPr>
            <a:lvl5pPr marL="914400" indent="-228600" algn="l" defTabSz="914354" rtl="0" eaLnBrk="1" latinLnBrk="0" hangingPunct="1">
              <a:lnSpc>
                <a:spcPct val="114000"/>
              </a:lnSpc>
              <a:spcBef>
                <a:spcPts val="125"/>
              </a:spcBef>
              <a:spcAft>
                <a:spcPts val="0"/>
              </a:spcAft>
              <a:buFont typeface="Trebuchet MS" pitchFamily="34" charset="0"/>
              <a:buChar char="›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5pPr>
            <a:lvl6pPr marL="1143000" indent="-228600" algn="l" defTabSz="914354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Font typeface="Trebuchet MS" pitchFamily="34" charset="0"/>
              <a:buChar char="◦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6pPr>
            <a:lvl7pPr marL="914400" indent="0" algn="l" defTabSz="91435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7pPr>
            <a:lvl8pPr marL="1143000" indent="-228600" algn="l" defTabSz="91435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Trebuchet MS" pitchFamily="34" charset="0"/>
              <a:buChar char="▫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8pPr>
            <a:lvl9pPr marL="1143000" indent="-228600" algn="l" defTabSz="91435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Trebuchet MS" pitchFamily="34" charset="0"/>
              <a:buChar char="▫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9pPr>
          </a:lstStyle>
          <a:p>
            <a:pPr lvl="0" algn="l"/>
            <a:r>
              <a:rPr lang="en-US" sz="1300" b="1">
                <a:solidFill>
                  <a:schemeClr val="accent1"/>
                </a:solidFill>
                <a:latin typeface="Rockwell"/>
              </a:rPr>
              <a:t>View + Context (2)</a:t>
            </a:r>
          </a:p>
        </p:txBody>
      </p:sp>
      <p:sp>
        <p:nvSpPr>
          <p:cNvPr id="1011" name="TextBox"/>
          <p:cNvSpPr txBox="1">
            <a:spLocks/>
          </p:cNvSpPr>
          <p:nvPr/>
        </p:nvSpPr>
        <p:spPr>
          <a:xfrm>
            <a:off x="2025757" y="2125458"/>
            <a:ext cx="3822753" cy="532386"/>
          </a:xfrm>
          <a:prstGeom prst="rect">
            <a:avLst/>
          </a:prstGeom>
          <a:noFill/>
        </p:spPr>
        <p:txBody>
          <a:bodyPr vert="horz" lIns="0" tIns="0" rIns="0" bIns="0" rtlCol="0" anchor="t">
            <a:noAutofit/>
          </a:bodyPr>
          <a:lstStyle>
            <a:lvl1pPr marL="0" indent="0" algn="l" defTabSz="914354" rtl="0" eaLnBrk="1" latinLnBrk="0" hangingPunct="1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None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1pPr>
            <a:lvl2pPr marL="228600" indent="-228600" algn="l" defTabSz="914354" rtl="0" eaLnBrk="1" latinLnBrk="0" hangingPunct="1">
              <a:lnSpc>
                <a:spcPct val="114000"/>
              </a:lnSpc>
              <a:spcBef>
                <a:spcPts val="250"/>
              </a:spcBef>
              <a:spcAft>
                <a:spcPts val="0"/>
              </a:spcAft>
              <a:buFont typeface="Trebuchet MS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2pPr>
            <a:lvl3pPr marL="457200" indent="-228600" algn="l" defTabSz="914354" rtl="0" eaLnBrk="1" latinLnBrk="0" hangingPunct="1">
              <a:lnSpc>
                <a:spcPct val="114000"/>
              </a:lnSpc>
              <a:spcBef>
                <a:spcPts val="125"/>
              </a:spcBef>
              <a:spcAft>
                <a:spcPts val="0"/>
              </a:spcAft>
              <a:buFont typeface="Trebuchet MS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3pPr>
            <a:lvl4pPr marL="685800" indent="-228600" algn="l" defTabSz="914354" rtl="0" eaLnBrk="1" latinLnBrk="0" hangingPunct="1">
              <a:lnSpc>
                <a:spcPct val="114000"/>
              </a:lnSpc>
              <a:spcBef>
                <a:spcPts val="125"/>
              </a:spcBef>
              <a:spcAft>
                <a:spcPts val="0"/>
              </a:spcAft>
              <a:buFont typeface="Trebuchet MS" pitchFamily="34" charset="0"/>
              <a:buChar char="»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4pPr>
            <a:lvl5pPr marL="914400" indent="-228600" algn="l" defTabSz="914354" rtl="0" eaLnBrk="1" latinLnBrk="0" hangingPunct="1">
              <a:lnSpc>
                <a:spcPct val="114000"/>
              </a:lnSpc>
              <a:spcBef>
                <a:spcPts val="125"/>
              </a:spcBef>
              <a:spcAft>
                <a:spcPts val="0"/>
              </a:spcAft>
              <a:buFont typeface="Trebuchet MS" pitchFamily="34" charset="0"/>
              <a:buChar char="›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5pPr>
            <a:lvl6pPr marL="1143000" indent="-228600" algn="l" defTabSz="914354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Font typeface="Trebuchet MS" pitchFamily="34" charset="0"/>
              <a:buChar char="◦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6pPr>
            <a:lvl7pPr marL="914400" indent="0" algn="l" defTabSz="91435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7pPr>
            <a:lvl8pPr marL="1143000" indent="-228600" algn="l" defTabSz="91435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Trebuchet MS" pitchFamily="34" charset="0"/>
              <a:buChar char="▫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8pPr>
            <a:lvl9pPr marL="1143000" indent="-228600" algn="l" defTabSz="91435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Trebuchet MS" pitchFamily="34" charset="0"/>
              <a:buChar char="▫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9pPr>
          </a:lstStyle>
          <a:p>
            <a:pPr lvl="0" algn="l"/>
            <a:r>
              <a:rPr lang="en-US" sz="1200">
                <a:solidFill>
                  <a:schemeClr val="tx1"/>
                </a:solidFill>
                <a:latin typeface="Trebuchet MS"/>
              </a:rPr>
              <a:t>overview, read_range, csv, selection, objects</a:t>
            </a:r>
          </a:p>
        </p:txBody>
      </p:sp>
      <p:sp>
        <p:nvSpPr>
          <p:cNvPr id="1012" name="TextBox"/>
          <p:cNvSpPr txBox="1">
            <a:spLocks/>
          </p:cNvSpPr>
          <p:nvPr/>
        </p:nvSpPr>
        <p:spPr>
          <a:xfrm>
            <a:off x="5939950" y="2125458"/>
            <a:ext cx="1582514" cy="532386"/>
          </a:xfrm>
          <a:prstGeom prst="rect">
            <a:avLst/>
          </a:prstGeom>
          <a:noFill/>
        </p:spPr>
        <p:txBody>
          <a:bodyPr vert="horz" lIns="0" tIns="0" rIns="0" bIns="0" rtlCol="0" anchor="t">
            <a:noAutofit/>
          </a:bodyPr>
          <a:lstStyle>
            <a:lvl1pPr marL="0" indent="0" algn="l" defTabSz="914354" rtl="0" eaLnBrk="1" latinLnBrk="0" hangingPunct="1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None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1pPr>
            <a:lvl2pPr marL="228600" indent="-228600" algn="l" defTabSz="914354" rtl="0" eaLnBrk="1" latinLnBrk="0" hangingPunct="1">
              <a:lnSpc>
                <a:spcPct val="114000"/>
              </a:lnSpc>
              <a:spcBef>
                <a:spcPts val="250"/>
              </a:spcBef>
              <a:spcAft>
                <a:spcPts val="0"/>
              </a:spcAft>
              <a:buFont typeface="Trebuchet MS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2pPr>
            <a:lvl3pPr marL="457200" indent="-228600" algn="l" defTabSz="914354" rtl="0" eaLnBrk="1" latinLnBrk="0" hangingPunct="1">
              <a:lnSpc>
                <a:spcPct val="114000"/>
              </a:lnSpc>
              <a:spcBef>
                <a:spcPts val="125"/>
              </a:spcBef>
              <a:spcAft>
                <a:spcPts val="0"/>
              </a:spcAft>
              <a:buFont typeface="Trebuchet MS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3pPr>
            <a:lvl4pPr marL="685800" indent="-228600" algn="l" defTabSz="914354" rtl="0" eaLnBrk="1" latinLnBrk="0" hangingPunct="1">
              <a:lnSpc>
                <a:spcPct val="114000"/>
              </a:lnSpc>
              <a:spcBef>
                <a:spcPts val="125"/>
              </a:spcBef>
              <a:spcAft>
                <a:spcPts val="0"/>
              </a:spcAft>
              <a:buFont typeface="Trebuchet MS" pitchFamily="34" charset="0"/>
              <a:buChar char="»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4pPr>
            <a:lvl5pPr marL="914400" indent="-228600" algn="l" defTabSz="914354" rtl="0" eaLnBrk="1" latinLnBrk="0" hangingPunct="1">
              <a:lnSpc>
                <a:spcPct val="114000"/>
              </a:lnSpc>
              <a:spcBef>
                <a:spcPts val="125"/>
              </a:spcBef>
              <a:spcAft>
                <a:spcPts val="0"/>
              </a:spcAft>
              <a:buFont typeface="Trebuchet MS" pitchFamily="34" charset="0"/>
              <a:buChar char="›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5pPr>
            <a:lvl6pPr marL="1143000" indent="-228600" algn="l" defTabSz="914354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Font typeface="Trebuchet MS" pitchFamily="34" charset="0"/>
              <a:buChar char="◦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6pPr>
            <a:lvl7pPr marL="914400" indent="0" algn="l" defTabSz="91435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7pPr>
            <a:lvl8pPr marL="1143000" indent="-228600" algn="l" defTabSz="91435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Trebuchet MS" pitchFamily="34" charset="0"/>
              <a:buChar char="▫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8pPr>
            <a:lvl9pPr marL="1143000" indent="-228600" algn="l" defTabSz="91435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Trebuchet MS" pitchFamily="34" charset="0"/>
              <a:buChar char="▫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9pPr>
          </a:lstStyle>
          <a:p>
            <a:pPr lvl="0" algn="l"/>
            <a:r>
              <a:rPr lang="en-US" sz="1200">
                <a:solidFill>
                  <a:schemeClr val="tx1"/>
                </a:solidFill>
                <a:latin typeface="Trebuchet MS"/>
              </a:rPr>
              <a:t>Core + 3 rare</a:t>
            </a:r>
          </a:p>
        </p:txBody>
      </p:sp>
      <p:sp>
        <p:nvSpPr>
          <p:cNvPr id="1013" name="TextBox"/>
          <p:cNvSpPr txBox="1">
            <a:spLocks/>
          </p:cNvSpPr>
          <p:nvPr/>
        </p:nvSpPr>
        <p:spPr>
          <a:xfrm>
            <a:off x="2025757" y="2749284"/>
            <a:ext cx="3822753" cy="532386"/>
          </a:xfrm>
          <a:prstGeom prst="rect">
            <a:avLst/>
          </a:prstGeom>
          <a:noFill/>
        </p:spPr>
        <p:txBody>
          <a:bodyPr vert="horz" lIns="0" tIns="0" rIns="0" bIns="0" rtlCol="0" anchor="t">
            <a:noAutofit/>
          </a:bodyPr>
          <a:lstStyle>
            <a:lvl1pPr marL="0" indent="0" algn="l" defTabSz="914354" rtl="0" eaLnBrk="1" latinLnBrk="0" hangingPunct="1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None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1pPr>
            <a:lvl2pPr marL="228600" indent="-228600" algn="l" defTabSz="914354" rtl="0" eaLnBrk="1" latinLnBrk="0" hangingPunct="1">
              <a:lnSpc>
                <a:spcPct val="114000"/>
              </a:lnSpc>
              <a:spcBef>
                <a:spcPts val="250"/>
              </a:spcBef>
              <a:spcAft>
                <a:spcPts val="0"/>
              </a:spcAft>
              <a:buFont typeface="Trebuchet MS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2pPr>
            <a:lvl3pPr marL="457200" indent="-228600" algn="l" defTabSz="914354" rtl="0" eaLnBrk="1" latinLnBrk="0" hangingPunct="1">
              <a:lnSpc>
                <a:spcPct val="114000"/>
              </a:lnSpc>
              <a:spcBef>
                <a:spcPts val="125"/>
              </a:spcBef>
              <a:spcAft>
                <a:spcPts val="0"/>
              </a:spcAft>
              <a:buFont typeface="Trebuchet MS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3pPr>
            <a:lvl4pPr marL="685800" indent="-228600" algn="l" defTabSz="914354" rtl="0" eaLnBrk="1" latinLnBrk="0" hangingPunct="1">
              <a:lnSpc>
                <a:spcPct val="114000"/>
              </a:lnSpc>
              <a:spcBef>
                <a:spcPts val="125"/>
              </a:spcBef>
              <a:spcAft>
                <a:spcPts val="0"/>
              </a:spcAft>
              <a:buFont typeface="Trebuchet MS" pitchFamily="34" charset="0"/>
              <a:buChar char="»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4pPr>
            <a:lvl5pPr marL="914400" indent="-228600" algn="l" defTabSz="914354" rtl="0" eaLnBrk="1" latinLnBrk="0" hangingPunct="1">
              <a:lnSpc>
                <a:spcPct val="114000"/>
              </a:lnSpc>
              <a:spcBef>
                <a:spcPts val="125"/>
              </a:spcBef>
              <a:spcAft>
                <a:spcPts val="0"/>
              </a:spcAft>
              <a:buFont typeface="Trebuchet MS" pitchFamily="34" charset="0"/>
              <a:buChar char="›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5pPr>
            <a:lvl6pPr marL="1143000" indent="-228600" algn="l" defTabSz="914354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Font typeface="Trebuchet MS" pitchFamily="34" charset="0"/>
              <a:buChar char="◦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6pPr>
            <a:lvl7pPr marL="914400" indent="0" algn="l" defTabSz="91435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7pPr>
            <a:lvl8pPr marL="1143000" indent="-228600" algn="l" defTabSz="91435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Trebuchet MS" pitchFamily="34" charset="0"/>
              <a:buChar char="▫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8pPr>
            <a:lvl9pPr marL="1143000" indent="-228600" algn="l" defTabSz="91435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Trebuchet MS" pitchFamily="34" charset="0"/>
              <a:buChar char="▫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9pPr>
          </a:lstStyle>
          <a:p>
            <a:pPr lvl="0" algn="l"/>
            <a:r>
              <a:rPr lang="en-US" sz="1200">
                <a:solidFill>
                  <a:schemeClr val="tx1"/>
                </a:solidFill>
                <a:latin typeface="Trebuchet MS"/>
              </a:rPr>
              <a:t>write_cells, fill_formula</a:t>
            </a:r>
          </a:p>
        </p:txBody>
      </p:sp>
      <p:sp>
        <p:nvSpPr>
          <p:cNvPr id="1014" name="TextBox"/>
          <p:cNvSpPr txBox="1">
            <a:spLocks/>
          </p:cNvSpPr>
          <p:nvPr/>
        </p:nvSpPr>
        <p:spPr>
          <a:xfrm>
            <a:off x="5939950" y="2749284"/>
            <a:ext cx="1582514" cy="532386"/>
          </a:xfrm>
          <a:prstGeom prst="rect">
            <a:avLst/>
          </a:prstGeom>
          <a:noFill/>
        </p:spPr>
        <p:txBody>
          <a:bodyPr vert="horz" lIns="0" tIns="0" rIns="0" bIns="0" rtlCol="0" anchor="t">
            <a:noAutofit/>
          </a:bodyPr>
          <a:lstStyle>
            <a:lvl1pPr marL="0" indent="0" algn="l" defTabSz="914354" rtl="0" eaLnBrk="1" latinLnBrk="0" hangingPunct="1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None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1pPr>
            <a:lvl2pPr marL="228600" indent="-228600" algn="l" defTabSz="914354" rtl="0" eaLnBrk="1" latinLnBrk="0" hangingPunct="1">
              <a:lnSpc>
                <a:spcPct val="114000"/>
              </a:lnSpc>
              <a:spcBef>
                <a:spcPts val="250"/>
              </a:spcBef>
              <a:spcAft>
                <a:spcPts val="0"/>
              </a:spcAft>
              <a:buFont typeface="Trebuchet MS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2pPr>
            <a:lvl3pPr marL="457200" indent="-228600" algn="l" defTabSz="914354" rtl="0" eaLnBrk="1" latinLnBrk="0" hangingPunct="1">
              <a:lnSpc>
                <a:spcPct val="114000"/>
              </a:lnSpc>
              <a:spcBef>
                <a:spcPts val="125"/>
              </a:spcBef>
              <a:spcAft>
                <a:spcPts val="0"/>
              </a:spcAft>
              <a:buFont typeface="Trebuchet MS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3pPr>
            <a:lvl4pPr marL="685800" indent="-228600" algn="l" defTabSz="914354" rtl="0" eaLnBrk="1" latinLnBrk="0" hangingPunct="1">
              <a:lnSpc>
                <a:spcPct val="114000"/>
              </a:lnSpc>
              <a:spcBef>
                <a:spcPts val="125"/>
              </a:spcBef>
              <a:spcAft>
                <a:spcPts val="0"/>
              </a:spcAft>
              <a:buFont typeface="Trebuchet MS" pitchFamily="34" charset="0"/>
              <a:buChar char="»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4pPr>
            <a:lvl5pPr marL="914400" indent="-228600" algn="l" defTabSz="914354" rtl="0" eaLnBrk="1" latinLnBrk="0" hangingPunct="1">
              <a:lnSpc>
                <a:spcPct val="114000"/>
              </a:lnSpc>
              <a:spcBef>
                <a:spcPts val="125"/>
              </a:spcBef>
              <a:spcAft>
                <a:spcPts val="0"/>
              </a:spcAft>
              <a:buFont typeface="Trebuchet MS" pitchFamily="34" charset="0"/>
              <a:buChar char="›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5pPr>
            <a:lvl6pPr marL="1143000" indent="-228600" algn="l" defTabSz="914354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Font typeface="Trebuchet MS" pitchFamily="34" charset="0"/>
              <a:buChar char="◦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6pPr>
            <a:lvl7pPr marL="914400" indent="0" algn="l" defTabSz="91435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7pPr>
            <a:lvl8pPr marL="1143000" indent="-228600" algn="l" defTabSz="91435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Trebuchet MS" pitchFamily="34" charset="0"/>
              <a:buChar char="▫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8pPr>
            <a:lvl9pPr marL="1143000" indent="-228600" algn="l" defTabSz="91435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Trebuchet MS" pitchFamily="34" charset="0"/>
              <a:buChar char="▫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9pPr>
          </a:lstStyle>
          <a:p>
            <a:pPr lvl="0" algn="l"/>
            <a:r>
              <a:rPr lang="en-US" sz="1200">
                <a:solidFill>
                  <a:schemeClr val="tx1"/>
                </a:solidFill>
                <a:latin typeface="Trebuchet MS"/>
              </a:rPr>
              <a:t>Core</a:t>
            </a:r>
          </a:p>
        </p:txBody>
      </p:sp>
      <p:sp>
        <p:nvSpPr>
          <p:cNvPr id="1015" name="TextBox"/>
          <p:cNvSpPr txBox="1">
            <a:spLocks/>
          </p:cNvSpPr>
          <p:nvPr/>
        </p:nvSpPr>
        <p:spPr>
          <a:xfrm>
            <a:off x="2025757" y="3373110"/>
            <a:ext cx="3822753" cy="532386"/>
          </a:xfrm>
          <a:prstGeom prst="rect">
            <a:avLst/>
          </a:prstGeom>
          <a:noFill/>
        </p:spPr>
        <p:txBody>
          <a:bodyPr vert="horz" lIns="0" tIns="0" rIns="0" bIns="0" rtlCol="0" anchor="t">
            <a:noAutofit/>
          </a:bodyPr>
          <a:lstStyle>
            <a:lvl1pPr marL="0" indent="0" algn="l" defTabSz="914354" rtl="0" eaLnBrk="1" latinLnBrk="0" hangingPunct="1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None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1pPr>
            <a:lvl2pPr marL="228600" indent="-228600" algn="l" defTabSz="914354" rtl="0" eaLnBrk="1" latinLnBrk="0" hangingPunct="1">
              <a:lnSpc>
                <a:spcPct val="114000"/>
              </a:lnSpc>
              <a:spcBef>
                <a:spcPts val="250"/>
              </a:spcBef>
              <a:spcAft>
                <a:spcPts val="0"/>
              </a:spcAft>
              <a:buFont typeface="Trebuchet MS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2pPr>
            <a:lvl3pPr marL="457200" indent="-228600" algn="l" defTabSz="914354" rtl="0" eaLnBrk="1" latinLnBrk="0" hangingPunct="1">
              <a:lnSpc>
                <a:spcPct val="114000"/>
              </a:lnSpc>
              <a:spcBef>
                <a:spcPts val="125"/>
              </a:spcBef>
              <a:spcAft>
                <a:spcPts val="0"/>
              </a:spcAft>
              <a:buFont typeface="Trebuchet MS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3pPr>
            <a:lvl4pPr marL="685800" indent="-228600" algn="l" defTabSz="914354" rtl="0" eaLnBrk="1" latinLnBrk="0" hangingPunct="1">
              <a:lnSpc>
                <a:spcPct val="114000"/>
              </a:lnSpc>
              <a:spcBef>
                <a:spcPts val="125"/>
              </a:spcBef>
              <a:spcAft>
                <a:spcPts val="0"/>
              </a:spcAft>
              <a:buFont typeface="Trebuchet MS" pitchFamily="34" charset="0"/>
              <a:buChar char="»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4pPr>
            <a:lvl5pPr marL="914400" indent="-228600" algn="l" defTabSz="914354" rtl="0" eaLnBrk="1" latinLnBrk="0" hangingPunct="1">
              <a:lnSpc>
                <a:spcPct val="114000"/>
              </a:lnSpc>
              <a:spcBef>
                <a:spcPts val="125"/>
              </a:spcBef>
              <a:spcAft>
                <a:spcPts val="0"/>
              </a:spcAft>
              <a:buFont typeface="Trebuchet MS" pitchFamily="34" charset="0"/>
              <a:buChar char="›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5pPr>
            <a:lvl6pPr marL="1143000" indent="-228600" algn="l" defTabSz="914354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Font typeface="Trebuchet MS" pitchFamily="34" charset="0"/>
              <a:buChar char="◦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6pPr>
            <a:lvl7pPr marL="914400" indent="0" algn="l" defTabSz="91435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7pPr>
            <a:lvl8pPr marL="1143000" indent="-228600" algn="l" defTabSz="91435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Trebuchet MS" pitchFamily="34" charset="0"/>
              <a:buChar char="▫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8pPr>
            <a:lvl9pPr marL="1143000" indent="-228600" algn="l" defTabSz="91435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Trebuchet MS" pitchFamily="34" charset="0"/>
              <a:buChar char="▫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9pPr>
          </a:lstStyle>
          <a:p>
            <a:pPr lvl="0" algn="l"/>
            <a:r>
              <a:rPr lang="en-US" sz="1200">
                <a:solidFill>
                  <a:schemeClr val="tx1"/>
                </a:solidFill>
                <a:latin typeface="Trebuchet MS"/>
              </a:rPr>
              <a:t>search_workbook</a:t>
            </a:r>
          </a:p>
        </p:txBody>
      </p:sp>
      <p:sp>
        <p:nvSpPr>
          <p:cNvPr id="1016" name="TextBox"/>
          <p:cNvSpPr txBox="1">
            <a:spLocks/>
          </p:cNvSpPr>
          <p:nvPr/>
        </p:nvSpPr>
        <p:spPr>
          <a:xfrm>
            <a:off x="5939950" y="3373110"/>
            <a:ext cx="1582514" cy="532386"/>
          </a:xfrm>
          <a:prstGeom prst="rect">
            <a:avLst/>
          </a:prstGeom>
          <a:noFill/>
        </p:spPr>
        <p:txBody>
          <a:bodyPr vert="horz" lIns="0" tIns="0" rIns="0" bIns="0" rtlCol="0" anchor="t">
            <a:noAutofit/>
          </a:bodyPr>
          <a:lstStyle>
            <a:lvl1pPr marL="0" indent="0" algn="l" defTabSz="914354" rtl="0" eaLnBrk="1" latinLnBrk="0" hangingPunct="1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None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1pPr>
            <a:lvl2pPr marL="228600" indent="-228600" algn="l" defTabSz="914354" rtl="0" eaLnBrk="1" latinLnBrk="0" hangingPunct="1">
              <a:lnSpc>
                <a:spcPct val="114000"/>
              </a:lnSpc>
              <a:spcBef>
                <a:spcPts val="250"/>
              </a:spcBef>
              <a:spcAft>
                <a:spcPts val="0"/>
              </a:spcAft>
              <a:buFont typeface="Trebuchet MS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2pPr>
            <a:lvl3pPr marL="457200" indent="-228600" algn="l" defTabSz="914354" rtl="0" eaLnBrk="1" latinLnBrk="0" hangingPunct="1">
              <a:lnSpc>
                <a:spcPct val="114000"/>
              </a:lnSpc>
              <a:spcBef>
                <a:spcPts val="125"/>
              </a:spcBef>
              <a:spcAft>
                <a:spcPts val="0"/>
              </a:spcAft>
              <a:buFont typeface="Trebuchet MS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3pPr>
            <a:lvl4pPr marL="685800" indent="-228600" algn="l" defTabSz="914354" rtl="0" eaLnBrk="1" latinLnBrk="0" hangingPunct="1">
              <a:lnSpc>
                <a:spcPct val="114000"/>
              </a:lnSpc>
              <a:spcBef>
                <a:spcPts val="125"/>
              </a:spcBef>
              <a:spcAft>
                <a:spcPts val="0"/>
              </a:spcAft>
              <a:buFont typeface="Trebuchet MS" pitchFamily="34" charset="0"/>
              <a:buChar char="»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4pPr>
            <a:lvl5pPr marL="914400" indent="-228600" algn="l" defTabSz="914354" rtl="0" eaLnBrk="1" latinLnBrk="0" hangingPunct="1">
              <a:lnSpc>
                <a:spcPct val="114000"/>
              </a:lnSpc>
              <a:spcBef>
                <a:spcPts val="125"/>
              </a:spcBef>
              <a:spcAft>
                <a:spcPts val="0"/>
              </a:spcAft>
              <a:buFont typeface="Trebuchet MS" pitchFamily="34" charset="0"/>
              <a:buChar char="›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5pPr>
            <a:lvl6pPr marL="1143000" indent="-228600" algn="l" defTabSz="914354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Font typeface="Trebuchet MS" pitchFamily="34" charset="0"/>
              <a:buChar char="◦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6pPr>
            <a:lvl7pPr marL="914400" indent="0" algn="l" defTabSz="91435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7pPr>
            <a:lvl8pPr marL="1143000" indent="-228600" algn="l" defTabSz="91435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Trebuchet MS" pitchFamily="34" charset="0"/>
              <a:buChar char="▫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8pPr>
            <a:lvl9pPr marL="1143000" indent="-228600" algn="l" defTabSz="91435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Trebuchet MS" pitchFamily="34" charset="0"/>
              <a:buChar char="▫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9pPr>
          </a:lstStyle>
          <a:p>
            <a:pPr lvl="0" algn="l"/>
            <a:r>
              <a:rPr lang="en-US" sz="1200">
                <a:solidFill>
                  <a:schemeClr val="tx1"/>
                </a:solidFill>
                <a:latin typeface="Trebuchet MS"/>
              </a:rPr>
              <a:t>Common</a:t>
            </a:r>
          </a:p>
        </p:txBody>
      </p:sp>
      <p:sp>
        <p:nvSpPr>
          <p:cNvPr id="1017" name="TextBox"/>
          <p:cNvSpPr txBox="1">
            <a:spLocks/>
          </p:cNvSpPr>
          <p:nvPr/>
        </p:nvSpPr>
        <p:spPr>
          <a:xfrm>
            <a:off x="2025757" y="3996936"/>
            <a:ext cx="3822753" cy="532386"/>
          </a:xfrm>
          <a:prstGeom prst="rect">
            <a:avLst/>
          </a:prstGeom>
          <a:noFill/>
        </p:spPr>
        <p:txBody>
          <a:bodyPr vert="horz" lIns="0" tIns="0" rIns="0" bIns="0" rtlCol="0" anchor="t">
            <a:noAutofit/>
          </a:bodyPr>
          <a:lstStyle>
            <a:lvl1pPr marL="0" indent="0" algn="l" defTabSz="914354" rtl="0" eaLnBrk="1" latinLnBrk="0" hangingPunct="1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None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1pPr>
            <a:lvl2pPr marL="228600" indent="-228600" algn="l" defTabSz="914354" rtl="0" eaLnBrk="1" latinLnBrk="0" hangingPunct="1">
              <a:lnSpc>
                <a:spcPct val="114000"/>
              </a:lnSpc>
              <a:spcBef>
                <a:spcPts val="250"/>
              </a:spcBef>
              <a:spcAft>
                <a:spcPts val="0"/>
              </a:spcAft>
              <a:buFont typeface="Trebuchet MS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2pPr>
            <a:lvl3pPr marL="457200" indent="-228600" algn="l" defTabSz="914354" rtl="0" eaLnBrk="1" latinLnBrk="0" hangingPunct="1">
              <a:lnSpc>
                <a:spcPct val="114000"/>
              </a:lnSpc>
              <a:spcBef>
                <a:spcPts val="125"/>
              </a:spcBef>
              <a:spcAft>
                <a:spcPts val="0"/>
              </a:spcAft>
              <a:buFont typeface="Trebuchet MS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3pPr>
            <a:lvl4pPr marL="685800" indent="-228600" algn="l" defTabSz="914354" rtl="0" eaLnBrk="1" latinLnBrk="0" hangingPunct="1">
              <a:lnSpc>
                <a:spcPct val="114000"/>
              </a:lnSpc>
              <a:spcBef>
                <a:spcPts val="125"/>
              </a:spcBef>
              <a:spcAft>
                <a:spcPts val="0"/>
              </a:spcAft>
              <a:buFont typeface="Trebuchet MS" pitchFamily="34" charset="0"/>
              <a:buChar char="»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4pPr>
            <a:lvl5pPr marL="914400" indent="-228600" algn="l" defTabSz="914354" rtl="0" eaLnBrk="1" latinLnBrk="0" hangingPunct="1">
              <a:lnSpc>
                <a:spcPct val="114000"/>
              </a:lnSpc>
              <a:spcBef>
                <a:spcPts val="125"/>
              </a:spcBef>
              <a:spcAft>
                <a:spcPts val="0"/>
              </a:spcAft>
              <a:buFont typeface="Trebuchet MS" pitchFamily="34" charset="0"/>
              <a:buChar char="›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5pPr>
            <a:lvl6pPr marL="1143000" indent="-228600" algn="l" defTabSz="914354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Font typeface="Trebuchet MS" pitchFamily="34" charset="0"/>
              <a:buChar char="◦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6pPr>
            <a:lvl7pPr marL="914400" indent="0" algn="l" defTabSz="91435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7pPr>
            <a:lvl8pPr marL="1143000" indent="-228600" algn="l" defTabSz="91435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Trebuchet MS" pitchFamily="34" charset="0"/>
              <a:buChar char="▫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8pPr>
            <a:lvl9pPr marL="1143000" indent="-228600" algn="l" defTabSz="91435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Trebuchet MS" pitchFamily="34" charset="0"/>
              <a:buChar char="▫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9pPr>
          </a:lstStyle>
          <a:p>
            <a:pPr lvl="0" algn="l"/>
            <a:r>
              <a:rPr lang="en-US" sz="1200">
                <a:solidFill>
                  <a:schemeClr val="tx1"/>
                </a:solidFill>
                <a:latin typeface="Trebuchet MS"/>
              </a:rPr>
              <a:t>modify_structure</a:t>
            </a:r>
          </a:p>
        </p:txBody>
      </p:sp>
      <p:sp>
        <p:nvSpPr>
          <p:cNvPr id="1018" name="TextBox"/>
          <p:cNvSpPr txBox="1">
            <a:spLocks/>
          </p:cNvSpPr>
          <p:nvPr/>
        </p:nvSpPr>
        <p:spPr>
          <a:xfrm>
            <a:off x="5939950" y="3996936"/>
            <a:ext cx="1582514" cy="532386"/>
          </a:xfrm>
          <a:prstGeom prst="rect">
            <a:avLst/>
          </a:prstGeom>
          <a:noFill/>
        </p:spPr>
        <p:txBody>
          <a:bodyPr vert="horz" lIns="0" tIns="0" rIns="0" bIns="0" rtlCol="0" anchor="t">
            <a:noAutofit/>
          </a:bodyPr>
          <a:lstStyle>
            <a:lvl1pPr marL="0" indent="0" algn="l" defTabSz="914354" rtl="0" eaLnBrk="1" latinLnBrk="0" hangingPunct="1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None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1pPr>
            <a:lvl2pPr marL="228600" indent="-228600" algn="l" defTabSz="914354" rtl="0" eaLnBrk="1" latinLnBrk="0" hangingPunct="1">
              <a:lnSpc>
                <a:spcPct val="114000"/>
              </a:lnSpc>
              <a:spcBef>
                <a:spcPts val="250"/>
              </a:spcBef>
              <a:spcAft>
                <a:spcPts val="0"/>
              </a:spcAft>
              <a:buFont typeface="Trebuchet MS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2pPr>
            <a:lvl3pPr marL="457200" indent="-228600" algn="l" defTabSz="914354" rtl="0" eaLnBrk="1" latinLnBrk="0" hangingPunct="1">
              <a:lnSpc>
                <a:spcPct val="114000"/>
              </a:lnSpc>
              <a:spcBef>
                <a:spcPts val="125"/>
              </a:spcBef>
              <a:spcAft>
                <a:spcPts val="0"/>
              </a:spcAft>
              <a:buFont typeface="Trebuchet MS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3pPr>
            <a:lvl4pPr marL="685800" indent="-228600" algn="l" defTabSz="914354" rtl="0" eaLnBrk="1" latinLnBrk="0" hangingPunct="1">
              <a:lnSpc>
                <a:spcPct val="114000"/>
              </a:lnSpc>
              <a:spcBef>
                <a:spcPts val="125"/>
              </a:spcBef>
              <a:spcAft>
                <a:spcPts val="0"/>
              </a:spcAft>
              <a:buFont typeface="Trebuchet MS" pitchFamily="34" charset="0"/>
              <a:buChar char="»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4pPr>
            <a:lvl5pPr marL="914400" indent="-228600" algn="l" defTabSz="914354" rtl="0" eaLnBrk="1" latinLnBrk="0" hangingPunct="1">
              <a:lnSpc>
                <a:spcPct val="114000"/>
              </a:lnSpc>
              <a:spcBef>
                <a:spcPts val="125"/>
              </a:spcBef>
              <a:spcAft>
                <a:spcPts val="0"/>
              </a:spcAft>
              <a:buFont typeface="Trebuchet MS" pitchFamily="34" charset="0"/>
              <a:buChar char="›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5pPr>
            <a:lvl6pPr marL="1143000" indent="-228600" algn="l" defTabSz="914354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Font typeface="Trebuchet MS" pitchFamily="34" charset="0"/>
              <a:buChar char="◦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6pPr>
            <a:lvl7pPr marL="914400" indent="0" algn="l" defTabSz="91435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7pPr>
            <a:lvl8pPr marL="1143000" indent="-228600" algn="l" defTabSz="91435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Trebuchet MS" pitchFamily="34" charset="0"/>
              <a:buChar char="▫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8pPr>
            <a:lvl9pPr marL="1143000" indent="-228600" algn="l" defTabSz="91435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Trebuchet MS" pitchFamily="34" charset="0"/>
              <a:buChar char="▫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9pPr>
          </a:lstStyle>
          <a:p>
            <a:pPr lvl="0" algn="l"/>
            <a:r>
              <a:rPr lang="en-US" sz="1200">
                <a:solidFill>
                  <a:schemeClr val="tx1"/>
                </a:solidFill>
                <a:latin typeface="Trebuchet MS"/>
              </a:rPr>
              <a:t>Common</a:t>
            </a:r>
          </a:p>
        </p:txBody>
      </p:sp>
      <p:sp>
        <p:nvSpPr>
          <p:cNvPr id="1019" name="TextBox"/>
          <p:cNvSpPr txBox="1">
            <a:spLocks/>
          </p:cNvSpPr>
          <p:nvPr/>
        </p:nvSpPr>
        <p:spPr>
          <a:xfrm>
            <a:off x="2025757" y="4620762"/>
            <a:ext cx="3822753" cy="532386"/>
          </a:xfrm>
          <a:prstGeom prst="rect">
            <a:avLst/>
          </a:prstGeom>
          <a:noFill/>
        </p:spPr>
        <p:txBody>
          <a:bodyPr vert="horz" lIns="0" tIns="0" rIns="0" bIns="0" rtlCol="0" anchor="t">
            <a:noAutofit/>
          </a:bodyPr>
          <a:lstStyle>
            <a:lvl1pPr marL="0" indent="0" algn="l" defTabSz="914354" rtl="0" eaLnBrk="1" latinLnBrk="0" hangingPunct="1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None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1pPr>
            <a:lvl2pPr marL="228600" indent="-228600" algn="l" defTabSz="914354" rtl="0" eaLnBrk="1" latinLnBrk="0" hangingPunct="1">
              <a:lnSpc>
                <a:spcPct val="114000"/>
              </a:lnSpc>
              <a:spcBef>
                <a:spcPts val="250"/>
              </a:spcBef>
              <a:spcAft>
                <a:spcPts val="0"/>
              </a:spcAft>
              <a:buFont typeface="Trebuchet MS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2pPr>
            <a:lvl3pPr marL="457200" indent="-228600" algn="l" defTabSz="914354" rtl="0" eaLnBrk="1" latinLnBrk="0" hangingPunct="1">
              <a:lnSpc>
                <a:spcPct val="114000"/>
              </a:lnSpc>
              <a:spcBef>
                <a:spcPts val="125"/>
              </a:spcBef>
              <a:spcAft>
                <a:spcPts val="0"/>
              </a:spcAft>
              <a:buFont typeface="Trebuchet MS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3pPr>
            <a:lvl4pPr marL="685800" indent="-228600" algn="l" defTabSz="914354" rtl="0" eaLnBrk="1" latinLnBrk="0" hangingPunct="1">
              <a:lnSpc>
                <a:spcPct val="114000"/>
              </a:lnSpc>
              <a:spcBef>
                <a:spcPts val="125"/>
              </a:spcBef>
              <a:spcAft>
                <a:spcPts val="0"/>
              </a:spcAft>
              <a:buFont typeface="Trebuchet MS" pitchFamily="34" charset="0"/>
              <a:buChar char="»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4pPr>
            <a:lvl5pPr marL="914400" indent="-228600" algn="l" defTabSz="914354" rtl="0" eaLnBrk="1" latinLnBrk="0" hangingPunct="1">
              <a:lnSpc>
                <a:spcPct val="114000"/>
              </a:lnSpc>
              <a:spcBef>
                <a:spcPts val="125"/>
              </a:spcBef>
              <a:spcAft>
                <a:spcPts val="0"/>
              </a:spcAft>
              <a:buFont typeface="Trebuchet MS" pitchFamily="34" charset="0"/>
              <a:buChar char="›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5pPr>
            <a:lvl6pPr marL="1143000" indent="-228600" algn="l" defTabSz="914354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Font typeface="Trebuchet MS" pitchFamily="34" charset="0"/>
              <a:buChar char="◦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6pPr>
            <a:lvl7pPr marL="914400" indent="0" algn="l" defTabSz="91435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7pPr>
            <a:lvl8pPr marL="1143000" indent="-228600" algn="l" defTabSz="91435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Trebuchet MS" pitchFamily="34" charset="0"/>
              <a:buChar char="▫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8pPr>
            <a:lvl9pPr marL="1143000" indent="-228600" algn="l" defTabSz="91435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Trebuchet MS" pitchFamily="34" charset="0"/>
              <a:buChar char="▫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9pPr>
          </a:lstStyle>
          <a:p>
            <a:pPr lvl="0" algn="l"/>
            <a:r>
              <a:rPr lang="en-US" sz="1200">
                <a:solidFill>
                  <a:schemeClr val="tx1"/>
                </a:solidFill>
                <a:latin typeface="Trebuchet MS"/>
              </a:rPr>
              <a:t>format_cells, conditional_format</a:t>
            </a:r>
          </a:p>
        </p:txBody>
      </p:sp>
      <p:sp>
        <p:nvSpPr>
          <p:cNvPr id="1020" name="TextBox"/>
          <p:cNvSpPr txBox="1">
            <a:spLocks/>
          </p:cNvSpPr>
          <p:nvPr/>
        </p:nvSpPr>
        <p:spPr>
          <a:xfrm>
            <a:off x="5939950" y="4620762"/>
            <a:ext cx="1582514" cy="532386"/>
          </a:xfrm>
          <a:prstGeom prst="rect">
            <a:avLst/>
          </a:prstGeom>
          <a:noFill/>
        </p:spPr>
        <p:txBody>
          <a:bodyPr vert="horz" lIns="0" tIns="0" rIns="0" bIns="0" rtlCol="0" anchor="t">
            <a:noAutofit/>
          </a:bodyPr>
          <a:lstStyle>
            <a:lvl1pPr marL="0" indent="0" algn="l" defTabSz="914354" rtl="0" eaLnBrk="1" latinLnBrk="0" hangingPunct="1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None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1pPr>
            <a:lvl2pPr marL="228600" indent="-228600" algn="l" defTabSz="914354" rtl="0" eaLnBrk="1" latinLnBrk="0" hangingPunct="1">
              <a:lnSpc>
                <a:spcPct val="114000"/>
              </a:lnSpc>
              <a:spcBef>
                <a:spcPts val="250"/>
              </a:spcBef>
              <a:spcAft>
                <a:spcPts val="0"/>
              </a:spcAft>
              <a:buFont typeface="Trebuchet MS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2pPr>
            <a:lvl3pPr marL="457200" indent="-228600" algn="l" defTabSz="914354" rtl="0" eaLnBrk="1" latinLnBrk="0" hangingPunct="1">
              <a:lnSpc>
                <a:spcPct val="114000"/>
              </a:lnSpc>
              <a:spcBef>
                <a:spcPts val="125"/>
              </a:spcBef>
              <a:spcAft>
                <a:spcPts val="0"/>
              </a:spcAft>
              <a:buFont typeface="Trebuchet MS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3pPr>
            <a:lvl4pPr marL="685800" indent="-228600" algn="l" defTabSz="914354" rtl="0" eaLnBrk="1" latinLnBrk="0" hangingPunct="1">
              <a:lnSpc>
                <a:spcPct val="114000"/>
              </a:lnSpc>
              <a:spcBef>
                <a:spcPts val="125"/>
              </a:spcBef>
              <a:spcAft>
                <a:spcPts val="0"/>
              </a:spcAft>
              <a:buFont typeface="Trebuchet MS" pitchFamily="34" charset="0"/>
              <a:buChar char="»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4pPr>
            <a:lvl5pPr marL="914400" indent="-228600" algn="l" defTabSz="914354" rtl="0" eaLnBrk="1" latinLnBrk="0" hangingPunct="1">
              <a:lnSpc>
                <a:spcPct val="114000"/>
              </a:lnSpc>
              <a:spcBef>
                <a:spcPts val="125"/>
              </a:spcBef>
              <a:spcAft>
                <a:spcPts val="0"/>
              </a:spcAft>
              <a:buFont typeface="Trebuchet MS" pitchFamily="34" charset="0"/>
              <a:buChar char="›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5pPr>
            <a:lvl6pPr marL="1143000" indent="-228600" algn="l" defTabSz="914354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Font typeface="Trebuchet MS" pitchFamily="34" charset="0"/>
              <a:buChar char="◦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6pPr>
            <a:lvl7pPr marL="914400" indent="0" algn="l" defTabSz="91435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7pPr>
            <a:lvl8pPr marL="1143000" indent="-228600" algn="l" defTabSz="91435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Trebuchet MS" pitchFamily="34" charset="0"/>
              <a:buChar char="▫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8pPr>
            <a:lvl9pPr marL="1143000" indent="-228600" algn="l" defTabSz="91435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Trebuchet MS" pitchFamily="34" charset="0"/>
              <a:buChar char="▫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9pPr>
          </a:lstStyle>
          <a:p>
            <a:pPr lvl="0" algn="l"/>
            <a:r>
              <a:rPr lang="en-US" sz="1200">
                <a:solidFill>
                  <a:schemeClr val="tx1"/>
                </a:solidFill>
                <a:latin typeface="Trebuchet MS"/>
              </a:rPr>
              <a:t>Common</a:t>
            </a:r>
          </a:p>
        </p:txBody>
      </p:sp>
      <p:sp>
        <p:nvSpPr>
          <p:cNvPr id="1021" name="TextBox"/>
          <p:cNvSpPr txBox="1">
            <a:spLocks/>
          </p:cNvSpPr>
          <p:nvPr/>
        </p:nvSpPr>
        <p:spPr>
          <a:xfrm>
            <a:off x="2025757" y="5244588"/>
            <a:ext cx="3822753" cy="532386"/>
          </a:xfrm>
          <a:prstGeom prst="rect">
            <a:avLst/>
          </a:prstGeom>
          <a:noFill/>
        </p:spPr>
        <p:txBody>
          <a:bodyPr vert="horz" lIns="0" tIns="0" rIns="0" bIns="0" rtlCol="0" anchor="t">
            <a:noAutofit/>
          </a:bodyPr>
          <a:lstStyle>
            <a:lvl1pPr marL="0" indent="0" algn="l" defTabSz="914354" rtl="0" eaLnBrk="1" latinLnBrk="0" hangingPunct="1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None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1pPr>
            <a:lvl2pPr marL="228600" indent="-228600" algn="l" defTabSz="914354" rtl="0" eaLnBrk="1" latinLnBrk="0" hangingPunct="1">
              <a:lnSpc>
                <a:spcPct val="114000"/>
              </a:lnSpc>
              <a:spcBef>
                <a:spcPts val="250"/>
              </a:spcBef>
              <a:spcAft>
                <a:spcPts val="0"/>
              </a:spcAft>
              <a:buFont typeface="Trebuchet MS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2pPr>
            <a:lvl3pPr marL="457200" indent="-228600" algn="l" defTabSz="914354" rtl="0" eaLnBrk="1" latinLnBrk="0" hangingPunct="1">
              <a:lnSpc>
                <a:spcPct val="114000"/>
              </a:lnSpc>
              <a:spcBef>
                <a:spcPts val="125"/>
              </a:spcBef>
              <a:spcAft>
                <a:spcPts val="0"/>
              </a:spcAft>
              <a:buFont typeface="Trebuchet MS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3pPr>
            <a:lvl4pPr marL="685800" indent="-228600" algn="l" defTabSz="914354" rtl="0" eaLnBrk="1" latinLnBrk="0" hangingPunct="1">
              <a:lnSpc>
                <a:spcPct val="114000"/>
              </a:lnSpc>
              <a:spcBef>
                <a:spcPts val="125"/>
              </a:spcBef>
              <a:spcAft>
                <a:spcPts val="0"/>
              </a:spcAft>
              <a:buFont typeface="Trebuchet MS" pitchFamily="34" charset="0"/>
              <a:buChar char="»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4pPr>
            <a:lvl5pPr marL="914400" indent="-228600" algn="l" defTabSz="914354" rtl="0" eaLnBrk="1" latinLnBrk="0" hangingPunct="1">
              <a:lnSpc>
                <a:spcPct val="114000"/>
              </a:lnSpc>
              <a:spcBef>
                <a:spcPts val="125"/>
              </a:spcBef>
              <a:spcAft>
                <a:spcPts val="0"/>
              </a:spcAft>
              <a:buFont typeface="Trebuchet MS" pitchFamily="34" charset="0"/>
              <a:buChar char="›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5pPr>
            <a:lvl6pPr marL="1143000" indent="-228600" algn="l" defTabSz="914354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Font typeface="Trebuchet MS" pitchFamily="34" charset="0"/>
              <a:buChar char="◦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6pPr>
            <a:lvl7pPr marL="914400" indent="0" algn="l" defTabSz="91435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7pPr>
            <a:lvl8pPr marL="1143000" indent="-228600" algn="l" defTabSz="91435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Trebuchet MS" pitchFamily="34" charset="0"/>
              <a:buChar char="▫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8pPr>
            <a:lvl9pPr marL="1143000" indent="-228600" algn="l" defTabSz="91435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Trebuchet MS" pitchFamily="34" charset="0"/>
              <a:buChar char="▫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9pPr>
          </a:lstStyle>
          <a:p>
            <a:pPr lvl="0" algn="l"/>
            <a:r>
              <a:rPr lang="en-US" sz="1200">
                <a:solidFill>
                  <a:schemeClr val="tx1"/>
                </a:solidFill>
                <a:latin typeface="Trebuchet MS"/>
              </a:rPr>
              <a:t>trace_dependencies</a:t>
            </a:r>
          </a:p>
        </p:txBody>
      </p:sp>
      <p:sp>
        <p:nvSpPr>
          <p:cNvPr id="1022" name="TextBox"/>
          <p:cNvSpPr txBox="1">
            <a:spLocks/>
          </p:cNvSpPr>
          <p:nvPr/>
        </p:nvSpPr>
        <p:spPr>
          <a:xfrm>
            <a:off x="5939950" y="5244588"/>
            <a:ext cx="1582514" cy="532386"/>
          </a:xfrm>
          <a:prstGeom prst="rect">
            <a:avLst/>
          </a:prstGeom>
          <a:noFill/>
        </p:spPr>
        <p:txBody>
          <a:bodyPr vert="horz" lIns="0" tIns="0" rIns="0" bIns="0" rtlCol="0" anchor="t">
            <a:noAutofit/>
          </a:bodyPr>
          <a:lstStyle>
            <a:lvl1pPr marL="0" indent="0" algn="l" defTabSz="914354" rtl="0" eaLnBrk="1" latinLnBrk="0" hangingPunct="1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None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1pPr>
            <a:lvl2pPr marL="228600" indent="-228600" algn="l" defTabSz="914354" rtl="0" eaLnBrk="1" latinLnBrk="0" hangingPunct="1">
              <a:lnSpc>
                <a:spcPct val="114000"/>
              </a:lnSpc>
              <a:spcBef>
                <a:spcPts val="250"/>
              </a:spcBef>
              <a:spcAft>
                <a:spcPts val="0"/>
              </a:spcAft>
              <a:buFont typeface="Trebuchet MS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2pPr>
            <a:lvl3pPr marL="457200" indent="-228600" algn="l" defTabSz="914354" rtl="0" eaLnBrk="1" latinLnBrk="0" hangingPunct="1">
              <a:lnSpc>
                <a:spcPct val="114000"/>
              </a:lnSpc>
              <a:spcBef>
                <a:spcPts val="125"/>
              </a:spcBef>
              <a:spcAft>
                <a:spcPts val="0"/>
              </a:spcAft>
              <a:buFont typeface="Trebuchet MS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3pPr>
            <a:lvl4pPr marL="685800" indent="-228600" algn="l" defTabSz="914354" rtl="0" eaLnBrk="1" latinLnBrk="0" hangingPunct="1">
              <a:lnSpc>
                <a:spcPct val="114000"/>
              </a:lnSpc>
              <a:spcBef>
                <a:spcPts val="125"/>
              </a:spcBef>
              <a:spcAft>
                <a:spcPts val="0"/>
              </a:spcAft>
              <a:buFont typeface="Trebuchet MS" pitchFamily="34" charset="0"/>
              <a:buChar char="»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4pPr>
            <a:lvl5pPr marL="914400" indent="-228600" algn="l" defTabSz="914354" rtl="0" eaLnBrk="1" latinLnBrk="0" hangingPunct="1">
              <a:lnSpc>
                <a:spcPct val="114000"/>
              </a:lnSpc>
              <a:spcBef>
                <a:spcPts val="125"/>
              </a:spcBef>
              <a:spcAft>
                <a:spcPts val="0"/>
              </a:spcAft>
              <a:buFont typeface="Trebuchet MS" pitchFamily="34" charset="0"/>
              <a:buChar char="›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5pPr>
            <a:lvl6pPr marL="1143000" indent="-228600" algn="l" defTabSz="914354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Font typeface="Trebuchet MS" pitchFamily="34" charset="0"/>
              <a:buChar char="◦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6pPr>
            <a:lvl7pPr marL="914400" indent="0" algn="l" defTabSz="91435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7pPr>
            <a:lvl8pPr marL="1143000" indent="-228600" algn="l" defTabSz="91435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Trebuchet MS" pitchFamily="34" charset="0"/>
              <a:buChar char="▫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8pPr>
            <a:lvl9pPr marL="1143000" indent="-228600" algn="l" defTabSz="91435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Trebuchet MS" pitchFamily="34" charset="0"/>
              <a:buChar char="▫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9pPr>
          </a:lstStyle>
          <a:p>
            <a:pPr lvl="0" algn="l"/>
            <a:r>
              <a:rPr lang="en-US" sz="1200">
                <a:solidFill>
                  <a:schemeClr val="tx1"/>
                </a:solidFill>
                <a:latin typeface="Trebuchet MS"/>
              </a:rPr>
              <a:t>Occasional</a:t>
            </a:r>
          </a:p>
        </p:txBody>
      </p:sp>
      <p:sp>
        <p:nvSpPr>
          <p:cNvPr id="1023" name="TextBox"/>
          <p:cNvSpPr txBox="1">
            <a:spLocks/>
          </p:cNvSpPr>
          <p:nvPr/>
        </p:nvSpPr>
        <p:spPr>
          <a:xfrm>
            <a:off x="2025757" y="5868414"/>
            <a:ext cx="3822753" cy="532386"/>
          </a:xfrm>
          <a:prstGeom prst="rect">
            <a:avLst/>
          </a:prstGeom>
          <a:noFill/>
        </p:spPr>
        <p:txBody>
          <a:bodyPr vert="horz" lIns="0" tIns="0" rIns="0" bIns="0" rtlCol="0" anchor="t">
            <a:noAutofit/>
          </a:bodyPr>
          <a:lstStyle>
            <a:lvl1pPr marL="0" indent="0" algn="l" defTabSz="914354" rtl="0" eaLnBrk="1" latinLnBrk="0" hangingPunct="1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None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1pPr>
            <a:lvl2pPr marL="228600" indent="-228600" algn="l" defTabSz="914354" rtl="0" eaLnBrk="1" latinLnBrk="0" hangingPunct="1">
              <a:lnSpc>
                <a:spcPct val="114000"/>
              </a:lnSpc>
              <a:spcBef>
                <a:spcPts val="250"/>
              </a:spcBef>
              <a:spcAft>
                <a:spcPts val="0"/>
              </a:spcAft>
              <a:buFont typeface="Trebuchet MS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2pPr>
            <a:lvl3pPr marL="457200" indent="-228600" algn="l" defTabSz="914354" rtl="0" eaLnBrk="1" latinLnBrk="0" hangingPunct="1">
              <a:lnSpc>
                <a:spcPct val="114000"/>
              </a:lnSpc>
              <a:spcBef>
                <a:spcPts val="125"/>
              </a:spcBef>
              <a:spcAft>
                <a:spcPts val="0"/>
              </a:spcAft>
              <a:buFont typeface="Trebuchet MS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3pPr>
            <a:lvl4pPr marL="685800" indent="-228600" algn="l" defTabSz="914354" rtl="0" eaLnBrk="1" latinLnBrk="0" hangingPunct="1">
              <a:lnSpc>
                <a:spcPct val="114000"/>
              </a:lnSpc>
              <a:spcBef>
                <a:spcPts val="125"/>
              </a:spcBef>
              <a:spcAft>
                <a:spcPts val="0"/>
              </a:spcAft>
              <a:buFont typeface="Trebuchet MS" pitchFamily="34" charset="0"/>
              <a:buChar char="»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4pPr>
            <a:lvl5pPr marL="914400" indent="-228600" algn="l" defTabSz="914354" rtl="0" eaLnBrk="1" latinLnBrk="0" hangingPunct="1">
              <a:lnSpc>
                <a:spcPct val="114000"/>
              </a:lnSpc>
              <a:spcBef>
                <a:spcPts val="125"/>
              </a:spcBef>
              <a:spcAft>
                <a:spcPts val="0"/>
              </a:spcAft>
              <a:buFont typeface="Trebuchet MS" pitchFamily="34" charset="0"/>
              <a:buChar char="›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5pPr>
            <a:lvl6pPr marL="1143000" indent="-228600" algn="l" defTabSz="914354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Font typeface="Trebuchet MS" pitchFamily="34" charset="0"/>
              <a:buChar char="◦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6pPr>
            <a:lvl7pPr marL="914400" indent="0" algn="l" defTabSz="91435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7pPr>
            <a:lvl8pPr marL="1143000" indent="-228600" algn="l" defTabSz="91435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Trebuchet MS" pitchFamily="34" charset="0"/>
              <a:buChar char="▫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8pPr>
            <a:lvl9pPr marL="1143000" indent="-228600" algn="l" defTabSz="91435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Trebuchet MS" pitchFamily="34" charset="0"/>
              <a:buChar char="▫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9pPr>
          </a:lstStyle>
          <a:p>
            <a:pPr lvl="0" algn="l"/>
            <a:r>
              <a:rPr lang="en-US" sz="1200">
                <a:solidFill>
                  <a:schemeClr val="tx1"/>
                </a:solidFill>
                <a:latin typeface="Trebuchet MS"/>
              </a:rPr>
              <a:t>view_settings, get_recent_changes</a:t>
            </a:r>
          </a:p>
        </p:txBody>
      </p:sp>
      <p:sp>
        <p:nvSpPr>
          <p:cNvPr id="1024" name="TextBox"/>
          <p:cNvSpPr txBox="1">
            <a:spLocks/>
          </p:cNvSpPr>
          <p:nvPr/>
        </p:nvSpPr>
        <p:spPr>
          <a:xfrm>
            <a:off x="5939950" y="5868414"/>
            <a:ext cx="1582514" cy="532386"/>
          </a:xfrm>
          <a:prstGeom prst="rect">
            <a:avLst/>
          </a:prstGeom>
          <a:noFill/>
        </p:spPr>
        <p:txBody>
          <a:bodyPr vert="horz" lIns="0" tIns="0" rIns="0" bIns="0" rtlCol="0" anchor="t">
            <a:noAutofit/>
          </a:bodyPr>
          <a:lstStyle>
            <a:lvl1pPr marL="0" indent="0" algn="l" defTabSz="914354" rtl="0" eaLnBrk="1" latinLnBrk="0" hangingPunct="1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None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1pPr>
            <a:lvl2pPr marL="228600" indent="-228600" algn="l" defTabSz="914354" rtl="0" eaLnBrk="1" latinLnBrk="0" hangingPunct="1">
              <a:lnSpc>
                <a:spcPct val="114000"/>
              </a:lnSpc>
              <a:spcBef>
                <a:spcPts val="250"/>
              </a:spcBef>
              <a:spcAft>
                <a:spcPts val="0"/>
              </a:spcAft>
              <a:buFont typeface="Trebuchet MS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2pPr>
            <a:lvl3pPr marL="457200" indent="-228600" algn="l" defTabSz="914354" rtl="0" eaLnBrk="1" latinLnBrk="0" hangingPunct="1">
              <a:lnSpc>
                <a:spcPct val="114000"/>
              </a:lnSpc>
              <a:spcBef>
                <a:spcPts val="125"/>
              </a:spcBef>
              <a:spcAft>
                <a:spcPts val="0"/>
              </a:spcAft>
              <a:buFont typeface="Trebuchet MS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3pPr>
            <a:lvl4pPr marL="685800" indent="-228600" algn="l" defTabSz="914354" rtl="0" eaLnBrk="1" latinLnBrk="0" hangingPunct="1">
              <a:lnSpc>
                <a:spcPct val="114000"/>
              </a:lnSpc>
              <a:spcBef>
                <a:spcPts val="125"/>
              </a:spcBef>
              <a:spcAft>
                <a:spcPts val="0"/>
              </a:spcAft>
              <a:buFont typeface="Trebuchet MS" pitchFamily="34" charset="0"/>
              <a:buChar char="»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4pPr>
            <a:lvl5pPr marL="914400" indent="-228600" algn="l" defTabSz="914354" rtl="0" eaLnBrk="1" latinLnBrk="0" hangingPunct="1">
              <a:lnSpc>
                <a:spcPct val="114000"/>
              </a:lnSpc>
              <a:spcBef>
                <a:spcPts val="125"/>
              </a:spcBef>
              <a:spcAft>
                <a:spcPts val="0"/>
              </a:spcAft>
              <a:buFont typeface="Trebuchet MS" pitchFamily="34" charset="0"/>
              <a:buChar char="›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5pPr>
            <a:lvl6pPr marL="1143000" indent="-228600" algn="l" defTabSz="914354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Font typeface="Trebuchet MS" pitchFamily="34" charset="0"/>
              <a:buChar char="◦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6pPr>
            <a:lvl7pPr marL="914400" indent="0" algn="l" defTabSz="91435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7pPr>
            <a:lvl8pPr marL="1143000" indent="-228600" algn="l" defTabSz="91435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Trebuchet MS" pitchFamily="34" charset="0"/>
              <a:buChar char="▫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8pPr>
            <a:lvl9pPr marL="1143000" indent="-228600" algn="l" defTabSz="91435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Trebuchet MS" pitchFamily="34" charset="0"/>
              <a:buChar char="▫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9pPr>
          </a:lstStyle>
          <a:p>
            <a:pPr lvl="0" algn="l"/>
            <a:r>
              <a:rPr lang="en-US" sz="1200">
                <a:solidFill>
                  <a:schemeClr val="tx1"/>
                </a:solidFill>
                <a:latin typeface="Trebuchet MS"/>
              </a:rPr>
              <a:t>Occasional</a:t>
            </a:r>
          </a:p>
        </p:txBody>
      </p:sp>
      <p:cxnSp>
        <p:nvCxnSpPr>
          <p:cNvPr id="1025" name="Line"/>
          <p:cNvCxnSpPr/>
          <p:nvPr/>
        </p:nvCxnSpPr>
        <p:spPr>
          <a:xfrm>
            <a:off x="554736" y="2703564"/>
            <a:ext cx="6967728" cy="0"/>
          </a:xfrm>
          <a:prstGeom prst="line">
            <a:avLst/>
          </a:prstGeom>
          <a:ln w="6350">
            <a:solidFill>
              <a:schemeClr val="dk2"/>
            </a:solidFill>
          </a:ln>
        </p:spPr>
      </p:cxnSp>
      <p:cxnSp>
        <p:nvCxnSpPr>
          <p:cNvPr id="1026" name="Line"/>
          <p:cNvCxnSpPr/>
          <p:nvPr/>
        </p:nvCxnSpPr>
        <p:spPr>
          <a:xfrm>
            <a:off x="554736" y="3327390"/>
            <a:ext cx="6967728" cy="0"/>
          </a:xfrm>
          <a:prstGeom prst="line">
            <a:avLst/>
          </a:prstGeom>
          <a:ln w="6350">
            <a:solidFill>
              <a:schemeClr val="dk2"/>
            </a:solidFill>
          </a:ln>
        </p:spPr>
      </p:cxnSp>
      <p:cxnSp>
        <p:nvCxnSpPr>
          <p:cNvPr id="1027" name="Line"/>
          <p:cNvCxnSpPr/>
          <p:nvPr/>
        </p:nvCxnSpPr>
        <p:spPr>
          <a:xfrm>
            <a:off x="554736" y="3951216"/>
            <a:ext cx="6967728" cy="0"/>
          </a:xfrm>
          <a:prstGeom prst="line">
            <a:avLst/>
          </a:prstGeom>
          <a:ln w="6350">
            <a:solidFill>
              <a:schemeClr val="dk2"/>
            </a:solidFill>
          </a:ln>
        </p:spPr>
      </p:cxnSp>
      <p:cxnSp>
        <p:nvCxnSpPr>
          <p:cNvPr id="1028" name="Line"/>
          <p:cNvCxnSpPr/>
          <p:nvPr/>
        </p:nvCxnSpPr>
        <p:spPr>
          <a:xfrm>
            <a:off x="554736" y="4575042"/>
            <a:ext cx="6967728" cy="0"/>
          </a:xfrm>
          <a:prstGeom prst="line">
            <a:avLst/>
          </a:prstGeom>
          <a:ln w="6350">
            <a:solidFill>
              <a:schemeClr val="dk2"/>
            </a:solidFill>
          </a:ln>
        </p:spPr>
      </p:cxnSp>
      <p:cxnSp>
        <p:nvCxnSpPr>
          <p:cNvPr id="1029" name="Line"/>
          <p:cNvCxnSpPr/>
          <p:nvPr/>
        </p:nvCxnSpPr>
        <p:spPr>
          <a:xfrm>
            <a:off x="554736" y="5198868"/>
            <a:ext cx="6967728" cy="0"/>
          </a:xfrm>
          <a:prstGeom prst="line">
            <a:avLst/>
          </a:prstGeom>
          <a:ln w="6350">
            <a:solidFill>
              <a:schemeClr val="dk2"/>
            </a:solidFill>
          </a:ln>
        </p:spPr>
      </p:cxnSp>
      <p:cxnSp>
        <p:nvCxnSpPr>
          <p:cNvPr id="1030" name="Line"/>
          <p:cNvCxnSpPr/>
          <p:nvPr/>
        </p:nvCxnSpPr>
        <p:spPr>
          <a:xfrm>
            <a:off x="554736" y="5822694"/>
            <a:ext cx="6967728" cy="0"/>
          </a:xfrm>
          <a:prstGeom prst="line">
            <a:avLst/>
          </a:prstGeom>
          <a:ln w="6350">
            <a:solidFill>
              <a:schemeClr val="dk2"/>
            </a:solidFill>
          </a:ln>
        </p:spPr>
      </p:cxnSp>
      <p:sp>
        <p:nvSpPr>
          <p:cNvPr id="1031" name="TextBox"/>
          <p:cNvSpPr txBox="1">
            <a:spLocks/>
          </p:cNvSpPr>
          <p:nvPr/>
        </p:nvSpPr>
        <p:spPr>
          <a:xfrm>
            <a:off x="8173371" y="1714001"/>
            <a:ext cx="3465576" cy="4732519"/>
          </a:xfrm>
          <a:prstGeom prst="rect">
            <a:avLst/>
          </a:prstGeom>
          <a:noFill/>
        </p:spPr>
        <p:txBody>
          <a:bodyPr vert="horz" lIns="0" tIns="0" rIns="0" bIns="0" rtlCol="0" anchor="t">
            <a:noAutofit/>
          </a:bodyPr>
          <a:lstStyle>
            <a:lvl1pPr marL="0" indent="0" algn="l" defTabSz="914354" rtl="0" eaLnBrk="1" latinLnBrk="0" hangingPunct="1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None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1pPr>
            <a:lvl2pPr marL="228600" indent="-228600" algn="l" defTabSz="914354" rtl="0" eaLnBrk="1" latinLnBrk="0" hangingPunct="1">
              <a:lnSpc>
                <a:spcPct val="114000"/>
              </a:lnSpc>
              <a:spcBef>
                <a:spcPts val="250"/>
              </a:spcBef>
              <a:spcAft>
                <a:spcPts val="0"/>
              </a:spcAft>
              <a:buFont typeface="Trebuchet MS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2pPr>
            <a:lvl3pPr marL="457200" indent="-228600" algn="l" defTabSz="914354" rtl="0" eaLnBrk="1" latinLnBrk="0" hangingPunct="1">
              <a:lnSpc>
                <a:spcPct val="114000"/>
              </a:lnSpc>
              <a:spcBef>
                <a:spcPts val="125"/>
              </a:spcBef>
              <a:spcAft>
                <a:spcPts val="0"/>
              </a:spcAft>
              <a:buFont typeface="Trebuchet MS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3pPr>
            <a:lvl4pPr marL="685800" indent="-228600" algn="l" defTabSz="914354" rtl="0" eaLnBrk="1" latinLnBrk="0" hangingPunct="1">
              <a:lnSpc>
                <a:spcPct val="114000"/>
              </a:lnSpc>
              <a:spcBef>
                <a:spcPts val="125"/>
              </a:spcBef>
              <a:spcAft>
                <a:spcPts val="0"/>
              </a:spcAft>
              <a:buFont typeface="Trebuchet MS" pitchFamily="34" charset="0"/>
              <a:buChar char="»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4pPr>
            <a:lvl5pPr marL="914400" indent="-228600" algn="l" defTabSz="914354" rtl="0" eaLnBrk="1" latinLnBrk="0" hangingPunct="1">
              <a:lnSpc>
                <a:spcPct val="114000"/>
              </a:lnSpc>
              <a:spcBef>
                <a:spcPts val="125"/>
              </a:spcBef>
              <a:spcAft>
                <a:spcPts val="0"/>
              </a:spcAft>
              <a:buFont typeface="Trebuchet MS" pitchFamily="34" charset="0"/>
              <a:buChar char="›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5pPr>
            <a:lvl6pPr marL="1143000" indent="-228600" algn="l" defTabSz="914354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Font typeface="Trebuchet MS" pitchFamily="34" charset="0"/>
              <a:buChar char="◦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6pPr>
            <a:lvl7pPr marL="914400" indent="0" algn="l" defTabSz="91435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7pPr>
            <a:lvl8pPr marL="1143000" indent="-228600" algn="l" defTabSz="91435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Trebuchet MS" pitchFamily="34" charset="0"/>
              <a:buChar char="▫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8pPr>
            <a:lvl9pPr marL="1143000" indent="-228600" algn="l" defTabSz="91435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Trebuchet MS" pitchFamily="34" charset="0"/>
              <a:buChar char="▫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9pPr>
          </a:lstStyle>
          <a:p>
            <a:pPr lvl="0" algn="l"/>
            <a:r>
              <a:rPr lang="en-US" sz="1600" b="1">
                <a:solidFill>
                  <a:schemeClr val="accent1"/>
                </a:solidFill>
                <a:latin typeface="Trebuchet MS"/>
              </a:rPr>
              <a:t>4 tools are rarely used</a:t>
            </a:r>
          </a:p>
          <a:p>
            <a:pPr lvl="0" algn="l"/>
            <a:r>
              <a:rPr lang="en-US" sz="1400">
                <a:solidFill>
                  <a:schemeClr val="tx1"/>
                </a:solidFill>
                <a:latin typeface="Trebuchet MS"/>
              </a:rPr>
              <a:t>get_range_as_csv — same as read_range with different output</a:t>
            </a:r>
          </a:p>
          <a:p>
            <a:pPr lvl="0" algn="l"/>
            <a:endParaRPr lang="en-US"/>
          </a:p>
          <a:p>
            <a:pPr lvl="0" algn="l"/>
            <a:r>
              <a:rPr lang="en-US" sz="1400">
                <a:solidFill>
                  <a:schemeClr val="tx1"/>
                </a:solidFill>
                <a:latin typeface="Trebuchet MS"/>
              </a:rPr>
              <a:t>read_selection — auto-context already reads the selection</a:t>
            </a:r>
          </a:p>
          <a:p>
            <a:pPr lvl="0" algn="l"/>
            <a:endParaRPr lang="en-US"/>
          </a:p>
          <a:p>
            <a:pPr lvl="0" algn="l"/>
            <a:r>
              <a:rPr lang="en-US" sz="1400">
                <a:solidFill>
                  <a:schemeClr val="tx1"/>
                </a:solidFill>
                <a:latin typeface="Trebuchet MS"/>
              </a:rPr>
              <a:t>get_all_objects — overview already reports object counts</a:t>
            </a:r>
          </a:p>
          <a:p>
            <a:pPr lvl="0" algn="l"/>
            <a:endParaRPr lang="en-US"/>
          </a:p>
          <a:p>
            <a:pPr lvl="0" algn="l"/>
            <a:r>
              <a:rPr lang="en-US" sz="1400">
                <a:solidFill>
                  <a:schemeClr val="tx1"/>
                </a:solidFill>
                <a:latin typeface="Trebuchet MS"/>
              </a:rPr>
              <a:t>get_recent_changes — auto-context already injects changes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Three problems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Overlap, ambiguity, and an unsustainable trajectory</a:t>
            </a:r>
          </a:p>
        </p:txBody>
      </p:sp>
      <p:sp>
        <p:nvSpPr>
          <p:cNvPr id="1001" name="TextBox"/>
          <p:cNvSpPr txBox="1">
            <a:spLocks/>
          </p:cNvSpPr>
          <p:nvPr/>
        </p:nvSpPr>
        <p:spPr>
          <a:xfrm>
            <a:off x="2682011" y="1759719"/>
            <a:ext cx="2342021" cy="274299"/>
          </a:xfrm>
          <a:prstGeom prst="rect">
            <a:avLst/>
          </a:prstGeom>
          <a:noFill/>
        </p:spPr>
        <p:txBody>
          <a:bodyPr vert="horz" lIns="0" tIns="0" rIns="0" bIns="0" rtlCol="0" anchor="b">
            <a:noAutofit/>
          </a:bodyPr>
          <a:lstStyle>
            <a:lvl1pPr marL="0" indent="0" algn="l" defTabSz="914354" rtl="0" eaLnBrk="1" latinLnBrk="0" hangingPunct="1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None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1pPr>
            <a:lvl2pPr marL="228600" indent="-228600" algn="l" defTabSz="914354" rtl="0" eaLnBrk="1" latinLnBrk="0" hangingPunct="1">
              <a:lnSpc>
                <a:spcPct val="114000"/>
              </a:lnSpc>
              <a:spcBef>
                <a:spcPts val="250"/>
              </a:spcBef>
              <a:spcAft>
                <a:spcPts val="0"/>
              </a:spcAft>
              <a:buFont typeface="Trebuchet MS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2pPr>
            <a:lvl3pPr marL="457200" indent="-228600" algn="l" defTabSz="914354" rtl="0" eaLnBrk="1" latinLnBrk="0" hangingPunct="1">
              <a:lnSpc>
                <a:spcPct val="114000"/>
              </a:lnSpc>
              <a:spcBef>
                <a:spcPts val="125"/>
              </a:spcBef>
              <a:spcAft>
                <a:spcPts val="0"/>
              </a:spcAft>
              <a:buFont typeface="Trebuchet MS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3pPr>
            <a:lvl4pPr marL="685800" indent="-228600" algn="l" defTabSz="914354" rtl="0" eaLnBrk="1" latinLnBrk="0" hangingPunct="1">
              <a:lnSpc>
                <a:spcPct val="114000"/>
              </a:lnSpc>
              <a:spcBef>
                <a:spcPts val="125"/>
              </a:spcBef>
              <a:spcAft>
                <a:spcPts val="0"/>
              </a:spcAft>
              <a:buFont typeface="Trebuchet MS" pitchFamily="34" charset="0"/>
              <a:buChar char="»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4pPr>
            <a:lvl5pPr marL="914400" indent="-228600" algn="l" defTabSz="914354" rtl="0" eaLnBrk="1" latinLnBrk="0" hangingPunct="1">
              <a:lnSpc>
                <a:spcPct val="114000"/>
              </a:lnSpc>
              <a:spcBef>
                <a:spcPts val="125"/>
              </a:spcBef>
              <a:spcAft>
                <a:spcPts val="0"/>
              </a:spcAft>
              <a:buFont typeface="Trebuchet MS" pitchFamily="34" charset="0"/>
              <a:buChar char="›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5pPr>
            <a:lvl6pPr marL="1143000" indent="-228600" algn="l" defTabSz="914354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Font typeface="Trebuchet MS" pitchFamily="34" charset="0"/>
              <a:buChar char="◦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6pPr>
            <a:lvl7pPr marL="914400" indent="0" algn="l" defTabSz="91435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7pPr>
            <a:lvl8pPr marL="1143000" indent="-228600" algn="l" defTabSz="91435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Trebuchet MS" pitchFamily="34" charset="0"/>
              <a:buChar char="▫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8pPr>
            <a:lvl9pPr marL="1143000" indent="-228600" algn="l" defTabSz="91435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Trebuchet MS" pitchFamily="34" charset="0"/>
              <a:buChar char="▫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9pPr>
          </a:lstStyle>
          <a:p>
            <a:pPr lvl="0" algn="l"/>
            <a:r>
              <a:rPr lang="en-US" sz="1300" b="1">
                <a:solidFill>
                  <a:schemeClr val="tx1"/>
                </a:solidFill>
                <a:latin typeface="Rockwell"/>
              </a:rPr>
              <a:t>Overlap</a:t>
            </a:r>
          </a:p>
        </p:txBody>
      </p:sp>
      <p:sp>
        <p:nvSpPr>
          <p:cNvPr id="1002" name="TextBox"/>
          <p:cNvSpPr txBox="1">
            <a:spLocks/>
          </p:cNvSpPr>
          <p:nvPr/>
        </p:nvSpPr>
        <p:spPr>
          <a:xfrm>
            <a:off x="5115472" y="1759719"/>
            <a:ext cx="2406992" cy="274299"/>
          </a:xfrm>
          <a:prstGeom prst="rect">
            <a:avLst/>
          </a:prstGeom>
          <a:noFill/>
        </p:spPr>
        <p:txBody>
          <a:bodyPr vert="horz" lIns="0" tIns="0" rIns="0" bIns="0" rtlCol="0" anchor="b">
            <a:noAutofit/>
          </a:bodyPr>
          <a:lstStyle>
            <a:lvl1pPr marL="0" indent="0" algn="l" defTabSz="914354" rtl="0" eaLnBrk="1" latinLnBrk="0" hangingPunct="1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None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1pPr>
            <a:lvl2pPr marL="228600" indent="-228600" algn="l" defTabSz="914354" rtl="0" eaLnBrk="1" latinLnBrk="0" hangingPunct="1">
              <a:lnSpc>
                <a:spcPct val="114000"/>
              </a:lnSpc>
              <a:spcBef>
                <a:spcPts val="250"/>
              </a:spcBef>
              <a:spcAft>
                <a:spcPts val="0"/>
              </a:spcAft>
              <a:buFont typeface="Trebuchet MS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2pPr>
            <a:lvl3pPr marL="457200" indent="-228600" algn="l" defTabSz="914354" rtl="0" eaLnBrk="1" latinLnBrk="0" hangingPunct="1">
              <a:lnSpc>
                <a:spcPct val="114000"/>
              </a:lnSpc>
              <a:spcBef>
                <a:spcPts val="125"/>
              </a:spcBef>
              <a:spcAft>
                <a:spcPts val="0"/>
              </a:spcAft>
              <a:buFont typeface="Trebuchet MS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3pPr>
            <a:lvl4pPr marL="685800" indent="-228600" algn="l" defTabSz="914354" rtl="0" eaLnBrk="1" latinLnBrk="0" hangingPunct="1">
              <a:lnSpc>
                <a:spcPct val="114000"/>
              </a:lnSpc>
              <a:spcBef>
                <a:spcPts val="125"/>
              </a:spcBef>
              <a:spcAft>
                <a:spcPts val="0"/>
              </a:spcAft>
              <a:buFont typeface="Trebuchet MS" pitchFamily="34" charset="0"/>
              <a:buChar char="»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4pPr>
            <a:lvl5pPr marL="914400" indent="-228600" algn="l" defTabSz="914354" rtl="0" eaLnBrk="1" latinLnBrk="0" hangingPunct="1">
              <a:lnSpc>
                <a:spcPct val="114000"/>
              </a:lnSpc>
              <a:spcBef>
                <a:spcPts val="125"/>
              </a:spcBef>
              <a:spcAft>
                <a:spcPts val="0"/>
              </a:spcAft>
              <a:buFont typeface="Trebuchet MS" pitchFamily="34" charset="0"/>
              <a:buChar char="›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5pPr>
            <a:lvl6pPr marL="1143000" indent="-228600" algn="l" defTabSz="914354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Font typeface="Trebuchet MS" pitchFamily="34" charset="0"/>
              <a:buChar char="◦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6pPr>
            <a:lvl7pPr marL="914400" indent="0" algn="l" defTabSz="91435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7pPr>
            <a:lvl8pPr marL="1143000" indent="-228600" algn="l" defTabSz="91435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Trebuchet MS" pitchFamily="34" charset="0"/>
              <a:buChar char="▫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8pPr>
            <a:lvl9pPr marL="1143000" indent="-228600" algn="l" defTabSz="91435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Trebuchet MS" pitchFamily="34" charset="0"/>
              <a:buChar char="▫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9pPr>
          </a:lstStyle>
          <a:p>
            <a:pPr lvl="0" algn="l"/>
            <a:r>
              <a:rPr lang="en-US" sz="1300" b="1">
                <a:solidFill>
                  <a:schemeClr val="tx1"/>
                </a:solidFill>
                <a:latin typeface="Rockwell"/>
              </a:rPr>
              <a:t>Why it's confusing</a:t>
            </a:r>
          </a:p>
        </p:txBody>
      </p:sp>
      <p:cxnSp>
        <p:nvCxnSpPr>
          <p:cNvPr id="1003" name="Line"/>
          <p:cNvCxnSpPr/>
          <p:nvPr/>
        </p:nvCxnSpPr>
        <p:spPr>
          <a:xfrm>
            <a:off x="554736" y="2079738"/>
            <a:ext cx="6967728" cy="0"/>
          </a:xfrm>
          <a:prstGeom prst="line">
            <a:avLst/>
          </a:prstGeom>
          <a:ln w="19050">
            <a:solidFill>
              <a:schemeClr val="tx1"/>
            </a:solidFill>
          </a:ln>
        </p:spPr>
      </p:cxnSp>
      <p:sp>
        <p:nvSpPr>
          <p:cNvPr id="1004" name="TextBox"/>
          <p:cNvSpPr txBox="1">
            <a:spLocks/>
          </p:cNvSpPr>
          <p:nvPr/>
        </p:nvSpPr>
        <p:spPr>
          <a:xfrm>
            <a:off x="554736" y="2125458"/>
            <a:ext cx="1990115" cy="1000255"/>
          </a:xfrm>
          <a:prstGeom prst="rect">
            <a:avLst/>
          </a:prstGeom>
          <a:noFill/>
        </p:spPr>
        <p:txBody>
          <a:bodyPr vert="horz" lIns="0" tIns="0" rIns="0" bIns="0" rtlCol="0" anchor="t">
            <a:noAutofit/>
          </a:bodyPr>
          <a:lstStyle>
            <a:lvl1pPr marL="0" indent="0" algn="l" defTabSz="914354" rtl="0" eaLnBrk="1" latinLnBrk="0" hangingPunct="1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None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1pPr>
            <a:lvl2pPr marL="228600" indent="-228600" algn="l" defTabSz="914354" rtl="0" eaLnBrk="1" latinLnBrk="0" hangingPunct="1">
              <a:lnSpc>
                <a:spcPct val="114000"/>
              </a:lnSpc>
              <a:spcBef>
                <a:spcPts val="250"/>
              </a:spcBef>
              <a:spcAft>
                <a:spcPts val="0"/>
              </a:spcAft>
              <a:buFont typeface="Trebuchet MS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2pPr>
            <a:lvl3pPr marL="457200" indent="-228600" algn="l" defTabSz="914354" rtl="0" eaLnBrk="1" latinLnBrk="0" hangingPunct="1">
              <a:lnSpc>
                <a:spcPct val="114000"/>
              </a:lnSpc>
              <a:spcBef>
                <a:spcPts val="125"/>
              </a:spcBef>
              <a:spcAft>
                <a:spcPts val="0"/>
              </a:spcAft>
              <a:buFont typeface="Trebuchet MS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3pPr>
            <a:lvl4pPr marL="685800" indent="-228600" algn="l" defTabSz="914354" rtl="0" eaLnBrk="1" latinLnBrk="0" hangingPunct="1">
              <a:lnSpc>
                <a:spcPct val="114000"/>
              </a:lnSpc>
              <a:spcBef>
                <a:spcPts val="125"/>
              </a:spcBef>
              <a:spcAft>
                <a:spcPts val="0"/>
              </a:spcAft>
              <a:buFont typeface="Trebuchet MS" pitchFamily="34" charset="0"/>
              <a:buChar char="»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4pPr>
            <a:lvl5pPr marL="914400" indent="-228600" algn="l" defTabSz="914354" rtl="0" eaLnBrk="1" latinLnBrk="0" hangingPunct="1">
              <a:lnSpc>
                <a:spcPct val="114000"/>
              </a:lnSpc>
              <a:spcBef>
                <a:spcPts val="125"/>
              </a:spcBef>
              <a:spcAft>
                <a:spcPts val="0"/>
              </a:spcAft>
              <a:buFont typeface="Trebuchet MS" pitchFamily="34" charset="0"/>
              <a:buChar char="›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5pPr>
            <a:lvl6pPr marL="1143000" indent="-228600" algn="l" defTabSz="914354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Font typeface="Trebuchet MS" pitchFamily="34" charset="0"/>
              <a:buChar char="◦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6pPr>
            <a:lvl7pPr marL="914400" indent="0" algn="l" defTabSz="91435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7pPr>
            <a:lvl8pPr marL="1143000" indent="-228600" algn="l" defTabSz="91435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Trebuchet MS" pitchFamily="34" charset="0"/>
              <a:buChar char="▫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8pPr>
            <a:lvl9pPr marL="1143000" indent="-228600" algn="l" defTabSz="91435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Trebuchet MS" pitchFamily="34" charset="0"/>
              <a:buChar char="▫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9pPr>
          </a:lstStyle>
          <a:p>
            <a:pPr lvl="0" algn="l"/>
            <a:r>
              <a:rPr lang="en-US" sz="1300" b="1">
                <a:solidFill>
                  <a:schemeClr val="accent1"/>
                </a:solidFill>
                <a:latin typeface="Rockwell"/>
              </a:rPr>
              <a:t>read_range vs
get_range_as_csv</a:t>
            </a:r>
          </a:p>
        </p:txBody>
      </p:sp>
      <p:sp>
        <p:nvSpPr>
          <p:cNvPr id="1005" name="TextBox"/>
          <p:cNvSpPr txBox="1">
            <a:spLocks/>
          </p:cNvSpPr>
          <p:nvPr/>
        </p:nvSpPr>
        <p:spPr>
          <a:xfrm>
            <a:off x="554736" y="3217153"/>
            <a:ext cx="1990115" cy="1000255"/>
          </a:xfrm>
          <a:prstGeom prst="rect">
            <a:avLst/>
          </a:prstGeom>
          <a:noFill/>
        </p:spPr>
        <p:txBody>
          <a:bodyPr vert="horz" lIns="0" tIns="0" rIns="0" bIns="0" rtlCol="0" anchor="t">
            <a:noAutofit/>
          </a:bodyPr>
          <a:lstStyle>
            <a:lvl1pPr marL="0" indent="0" algn="l" defTabSz="914354" rtl="0" eaLnBrk="1" latinLnBrk="0" hangingPunct="1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None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1pPr>
            <a:lvl2pPr marL="228600" indent="-228600" algn="l" defTabSz="914354" rtl="0" eaLnBrk="1" latinLnBrk="0" hangingPunct="1">
              <a:lnSpc>
                <a:spcPct val="114000"/>
              </a:lnSpc>
              <a:spcBef>
                <a:spcPts val="250"/>
              </a:spcBef>
              <a:spcAft>
                <a:spcPts val="0"/>
              </a:spcAft>
              <a:buFont typeface="Trebuchet MS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2pPr>
            <a:lvl3pPr marL="457200" indent="-228600" algn="l" defTabSz="914354" rtl="0" eaLnBrk="1" latinLnBrk="0" hangingPunct="1">
              <a:lnSpc>
                <a:spcPct val="114000"/>
              </a:lnSpc>
              <a:spcBef>
                <a:spcPts val="125"/>
              </a:spcBef>
              <a:spcAft>
                <a:spcPts val="0"/>
              </a:spcAft>
              <a:buFont typeface="Trebuchet MS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3pPr>
            <a:lvl4pPr marL="685800" indent="-228600" algn="l" defTabSz="914354" rtl="0" eaLnBrk="1" latinLnBrk="0" hangingPunct="1">
              <a:lnSpc>
                <a:spcPct val="114000"/>
              </a:lnSpc>
              <a:spcBef>
                <a:spcPts val="125"/>
              </a:spcBef>
              <a:spcAft>
                <a:spcPts val="0"/>
              </a:spcAft>
              <a:buFont typeface="Trebuchet MS" pitchFamily="34" charset="0"/>
              <a:buChar char="»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4pPr>
            <a:lvl5pPr marL="914400" indent="-228600" algn="l" defTabSz="914354" rtl="0" eaLnBrk="1" latinLnBrk="0" hangingPunct="1">
              <a:lnSpc>
                <a:spcPct val="114000"/>
              </a:lnSpc>
              <a:spcBef>
                <a:spcPts val="125"/>
              </a:spcBef>
              <a:spcAft>
                <a:spcPts val="0"/>
              </a:spcAft>
              <a:buFont typeface="Trebuchet MS" pitchFamily="34" charset="0"/>
              <a:buChar char="›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5pPr>
            <a:lvl6pPr marL="1143000" indent="-228600" algn="l" defTabSz="914354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Font typeface="Trebuchet MS" pitchFamily="34" charset="0"/>
              <a:buChar char="◦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6pPr>
            <a:lvl7pPr marL="914400" indent="0" algn="l" defTabSz="91435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7pPr>
            <a:lvl8pPr marL="1143000" indent="-228600" algn="l" defTabSz="91435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Trebuchet MS" pitchFamily="34" charset="0"/>
              <a:buChar char="▫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8pPr>
            <a:lvl9pPr marL="1143000" indent="-228600" algn="l" defTabSz="91435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Trebuchet MS" pitchFamily="34" charset="0"/>
              <a:buChar char="▫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9pPr>
          </a:lstStyle>
          <a:p>
            <a:pPr lvl="0" algn="l"/>
            <a:r>
              <a:rPr lang="en-US" sz="1300" b="1">
                <a:solidFill>
                  <a:schemeClr val="accent1"/>
                </a:solidFill>
                <a:latin typeface="Rockwell"/>
              </a:rPr>
              <a:t>read_selection vs
auto-context</a:t>
            </a:r>
          </a:p>
        </p:txBody>
      </p:sp>
      <p:sp>
        <p:nvSpPr>
          <p:cNvPr id="1006" name="TextBox"/>
          <p:cNvSpPr txBox="1">
            <a:spLocks/>
          </p:cNvSpPr>
          <p:nvPr/>
        </p:nvSpPr>
        <p:spPr>
          <a:xfrm>
            <a:off x="554736" y="4308848"/>
            <a:ext cx="1990115" cy="1000255"/>
          </a:xfrm>
          <a:prstGeom prst="rect">
            <a:avLst/>
          </a:prstGeom>
          <a:noFill/>
        </p:spPr>
        <p:txBody>
          <a:bodyPr vert="horz" lIns="0" tIns="0" rIns="0" bIns="0" rtlCol="0" anchor="t">
            <a:noAutofit/>
          </a:bodyPr>
          <a:lstStyle>
            <a:lvl1pPr marL="0" indent="0" algn="l" defTabSz="914354" rtl="0" eaLnBrk="1" latinLnBrk="0" hangingPunct="1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None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1pPr>
            <a:lvl2pPr marL="228600" indent="-228600" algn="l" defTabSz="914354" rtl="0" eaLnBrk="1" latinLnBrk="0" hangingPunct="1">
              <a:lnSpc>
                <a:spcPct val="114000"/>
              </a:lnSpc>
              <a:spcBef>
                <a:spcPts val="250"/>
              </a:spcBef>
              <a:spcAft>
                <a:spcPts val="0"/>
              </a:spcAft>
              <a:buFont typeface="Trebuchet MS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2pPr>
            <a:lvl3pPr marL="457200" indent="-228600" algn="l" defTabSz="914354" rtl="0" eaLnBrk="1" latinLnBrk="0" hangingPunct="1">
              <a:lnSpc>
                <a:spcPct val="114000"/>
              </a:lnSpc>
              <a:spcBef>
                <a:spcPts val="125"/>
              </a:spcBef>
              <a:spcAft>
                <a:spcPts val="0"/>
              </a:spcAft>
              <a:buFont typeface="Trebuchet MS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3pPr>
            <a:lvl4pPr marL="685800" indent="-228600" algn="l" defTabSz="914354" rtl="0" eaLnBrk="1" latinLnBrk="0" hangingPunct="1">
              <a:lnSpc>
                <a:spcPct val="114000"/>
              </a:lnSpc>
              <a:spcBef>
                <a:spcPts val="125"/>
              </a:spcBef>
              <a:spcAft>
                <a:spcPts val="0"/>
              </a:spcAft>
              <a:buFont typeface="Trebuchet MS" pitchFamily="34" charset="0"/>
              <a:buChar char="»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4pPr>
            <a:lvl5pPr marL="914400" indent="-228600" algn="l" defTabSz="914354" rtl="0" eaLnBrk="1" latinLnBrk="0" hangingPunct="1">
              <a:lnSpc>
                <a:spcPct val="114000"/>
              </a:lnSpc>
              <a:spcBef>
                <a:spcPts val="125"/>
              </a:spcBef>
              <a:spcAft>
                <a:spcPts val="0"/>
              </a:spcAft>
              <a:buFont typeface="Trebuchet MS" pitchFamily="34" charset="0"/>
              <a:buChar char="›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5pPr>
            <a:lvl6pPr marL="1143000" indent="-228600" algn="l" defTabSz="914354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Font typeface="Trebuchet MS" pitchFamily="34" charset="0"/>
              <a:buChar char="◦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6pPr>
            <a:lvl7pPr marL="914400" indent="0" algn="l" defTabSz="91435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7pPr>
            <a:lvl8pPr marL="1143000" indent="-228600" algn="l" defTabSz="91435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Trebuchet MS" pitchFamily="34" charset="0"/>
              <a:buChar char="▫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8pPr>
            <a:lvl9pPr marL="1143000" indent="-228600" algn="l" defTabSz="91435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Trebuchet MS" pitchFamily="34" charset="0"/>
              <a:buChar char="▫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9pPr>
          </a:lstStyle>
          <a:p>
            <a:pPr lvl="0" algn="l"/>
            <a:r>
              <a:rPr lang="en-US" sz="1300" b="1">
                <a:solidFill>
                  <a:schemeClr val="accent1"/>
                </a:solidFill>
                <a:latin typeface="Rockwell"/>
              </a:rPr>
              <a:t>get_all_objects vs
overview</a:t>
            </a:r>
          </a:p>
        </p:txBody>
      </p:sp>
      <p:sp>
        <p:nvSpPr>
          <p:cNvPr id="1007" name="TextBox"/>
          <p:cNvSpPr txBox="1">
            <a:spLocks/>
          </p:cNvSpPr>
          <p:nvPr/>
        </p:nvSpPr>
        <p:spPr>
          <a:xfrm>
            <a:off x="554736" y="5400543"/>
            <a:ext cx="1990115" cy="1000257"/>
          </a:xfrm>
          <a:prstGeom prst="rect">
            <a:avLst/>
          </a:prstGeom>
          <a:noFill/>
        </p:spPr>
        <p:txBody>
          <a:bodyPr vert="horz" lIns="0" tIns="0" rIns="0" bIns="0" rtlCol="0" anchor="t">
            <a:noAutofit/>
          </a:bodyPr>
          <a:lstStyle>
            <a:lvl1pPr marL="0" indent="0" algn="l" defTabSz="914354" rtl="0" eaLnBrk="1" latinLnBrk="0" hangingPunct="1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None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1pPr>
            <a:lvl2pPr marL="228600" indent="-228600" algn="l" defTabSz="914354" rtl="0" eaLnBrk="1" latinLnBrk="0" hangingPunct="1">
              <a:lnSpc>
                <a:spcPct val="114000"/>
              </a:lnSpc>
              <a:spcBef>
                <a:spcPts val="250"/>
              </a:spcBef>
              <a:spcAft>
                <a:spcPts val="0"/>
              </a:spcAft>
              <a:buFont typeface="Trebuchet MS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2pPr>
            <a:lvl3pPr marL="457200" indent="-228600" algn="l" defTabSz="914354" rtl="0" eaLnBrk="1" latinLnBrk="0" hangingPunct="1">
              <a:lnSpc>
                <a:spcPct val="114000"/>
              </a:lnSpc>
              <a:spcBef>
                <a:spcPts val="125"/>
              </a:spcBef>
              <a:spcAft>
                <a:spcPts val="0"/>
              </a:spcAft>
              <a:buFont typeface="Trebuchet MS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3pPr>
            <a:lvl4pPr marL="685800" indent="-228600" algn="l" defTabSz="914354" rtl="0" eaLnBrk="1" latinLnBrk="0" hangingPunct="1">
              <a:lnSpc>
                <a:spcPct val="114000"/>
              </a:lnSpc>
              <a:spcBef>
                <a:spcPts val="125"/>
              </a:spcBef>
              <a:spcAft>
                <a:spcPts val="0"/>
              </a:spcAft>
              <a:buFont typeface="Trebuchet MS" pitchFamily="34" charset="0"/>
              <a:buChar char="»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4pPr>
            <a:lvl5pPr marL="914400" indent="-228600" algn="l" defTabSz="914354" rtl="0" eaLnBrk="1" latinLnBrk="0" hangingPunct="1">
              <a:lnSpc>
                <a:spcPct val="114000"/>
              </a:lnSpc>
              <a:spcBef>
                <a:spcPts val="125"/>
              </a:spcBef>
              <a:spcAft>
                <a:spcPts val="0"/>
              </a:spcAft>
              <a:buFont typeface="Trebuchet MS" pitchFamily="34" charset="0"/>
              <a:buChar char="›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5pPr>
            <a:lvl6pPr marL="1143000" indent="-228600" algn="l" defTabSz="914354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Font typeface="Trebuchet MS" pitchFamily="34" charset="0"/>
              <a:buChar char="◦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6pPr>
            <a:lvl7pPr marL="914400" indent="0" algn="l" defTabSz="91435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7pPr>
            <a:lvl8pPr marL="1143000" indent="-228600" algn="l" defTabSz="91435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Trebuchet MS" pitchFamily="34" charset="0"/>
              <a:buChar char="▫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8pPr>
            <a:lvl9pPr marL="1143000" indent="-228600" algn="l" defTabSz="91435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Trebuchet MS" pitchFamily="34" charset="0"/>
              <a:buChar char="▫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9pPr>
          </a:lstStyle>
          <a:p>
            <a:pPr lvl="0" algn="l"/>
            <a:r>
              <a:rPr lang="en-US" sz="1300" b="1">
                <a:solidFill>
                  <a:schemeClr val="accent1"/>
                </a:solidFill>
                <a:latin typeface="Rockwell"/>
              </a:rPr>
              <a:t>get_recent_changes
vs auto-context</a:t>
            </a:r>
          </a:p>
        </p:txBody>
      </p:sp>
      <p:sp>
        <p:nvSpPr>
          <p:cNvPr id="1008" name="TextBox"/>
          <p:cNvSpPr txBox="1">
            <a:spLocks/>
          </p:cNvSpPr>
          <p:nvPr/>
        </p:nvSpPr>
        <p:spPr>
          <a:xfrm>
            <a:off x="2682011" y="2125458"/>
            <a:ext cx="2342021" cy="1000255"/>
          </a:xfrm>
          <a:prstGeom prst="rect">
            <a:avLst/>
          </a:prstGeom>
          <a:noFill/>
        </p:spPr>
        <p:txBody>
          <a:bodyPr vert="horz" lIns="0" tIns="0" rIns="0" bIns="0" rtlCol="0" anchor="t">
            <a:noAutofit/>
          </a:bodyPr>
          <a:lstStyle>
            <a:lvl1pPr marL="0" indent="0" algn="l" defTabSz="914354" rtl="0" eaLnBrk="1" latinLnBrk="0" hangingPunct="1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None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1pPr>
            <a:lvl2pPr marL="228600" indent="-228600" algn="l" defTabSz="914354" rtl="0" eaLnBrk="1" latinLnBrk="0" hangingPunct="1">
              <a:lnSpc>
                <a:spcPct val="114000"/>
              </a:lnSpc>
              <a:spcBef>
                <a:spcPts val="250"/>
              </a:spcBef>
              <a:spcAft>
                <a:spcPts val="0"/>
              </a:spcAft>
              <a:buFont typeface="Trebuchet MS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2pPr>
            <a:lvl3pPr marL="457200" indent="-228600" algn="l" defTabSz="914354" rtl="0" eaLnBrk="1" latinLnBrk="0" hangingPunct="1">
              <a:lnSpc>
                <a:spcPct val="114000"/>
              </a:lnSpc>
              <a:spcBef>
                <a:spcPts val="125"/>
              </a:spcBef>
              <a:spcAft>
                <a:spcPts val="0"/>
              </a:spcAft>
              <a:buFont typeface="Trebuchet MS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3pPr>
            <a:lvl4pPr marL="685800" indent="-228600" algn="l" defTabSz="914354" rtl="0" eaLnBrk="1" latinLnBrk="0" hangingPunct="1">
              <a:lnSpc>
                <a:spcPct val="114000"/>
              </a:lnSpc>
              <a:spcBef>
                <a:spcPts val="125"/>
              </a:spcBef>
              <a:spcAft>
                <a:spcPts val="0"/>
              </a:spcAft>
              <a:buFont typeface="Trebuchet MS" pitchFamily="34" charset="0"/>
              <a:buChar char="»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4pPr>
            <a:lvl5pPr marL="914400" indent="-228600" algn="l" defTabSz="914354" rtl="0" eaLnBrk="1" latinLnBrk="0" hangingPunct="1">
              <a:lnSpc>
                <a:spcPct val="114000"/>
              </a:lnSpc>
              <a:spcBef>
                <a:spcPts val="125"/>
              </a:spcBef>
              <a:spcAft>
                <a:spcPts val="0"/>
              </a:spcAft>
              <a:buFont typeface="Trebuchet MS" pitchFamily="34" charset="0"/>
              <a:buChar char="›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5pPr>
            <a:lvl6pPr marL="1143000" indent="-228600" algn="l" defTabSz="914354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Font typeface="Trebuchet MS" pitchFamily="34" charset="0"/>
              <a:buChar char="◦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6pPr>
            <a:lvl7pPr marL="914400" indent="0" algn="l" defTabSz="91435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7pPr>
            <a:lvl8pPr marL="1143000" indent="-228600" algn="l" defTabSz="91435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Trebuchet MS" pitchFamily="34" charset="0"/>
              <a:buChar char="▫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8pPr>
            <a:lvl9pPr marL="1143000" indent="-228600" algn="l" defTabSz="91435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Trebuchet MS" pitchFamily="34" charset="0"/>
              <a:buChar char="▫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9pPr>
          </a:lstStyle>
          <a:p>
            <a:pPr lvl="0" algn="l"/>
            <a:r>
              <a:rPr lang="en-US" sz="1200">
                <a:solidFill>
                  <a:schemeClr val="tx1"/>
                </a:solidFill>
                <a:latin typeface="Trebuchet MS"/>
              </a:rPr>
              <a:t>Same operation, different output format</a:t>
            </a:r>
          </a:p>
        </p:txBody>
      </p:sp>
      <p:sp>
        <p:nvSpPr>
          <p:cNvPr id="1009" name="TextBox"/>
          <p:cNvSpPr txBox="1">
            <a:spLocks/>
          </p:cNvSpPr>
          <p:nvPr/>
        </p:nvSpPr>
        <p:spPr>
          <a:xfrm>
            <a:off x="5115472" y="2125458"/>
            <a:ext cx="2406992" cy="1000255"/>
          </a:xfrm>
          <a:prstGeom prst="rect">
            <a:avLst/>
          </a:prstGeom>
          <a:noFill/>
        </p:spPr>
        <p:txBody>
          <a:bodyPr vert="horz" lIns="0" tIns="0" rIns="0" bIns="0" rtlCol="0" anchor="t">
            <a:noAutofit/>
          </a:bodyPr>
          <a:lstStyle>
            <a:lvl1pPr marL="0" indent="0" algn="l" defTabSz="914354" rtl="0" eaLnBrk="1" latinLnBrk="0" hangingPunct="1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None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1pPr>
            <a:lvl2pPr marL="228600" indent="-228600" algn="l" defTabSz="914354" rtl="0" eaLnBrk="1" latinLnBrk="0" hangingPunct="1">
              <a:lnSpc>
                <a:spcPct val="114000"/>
              </a:lnSpc>
              <a:spcBef>
                <a:spcPts val="250"/>
              </a:spcBef>
              <a:spcAft>
                <a:spcPts val="0"/>
              </a:spcAft>
              <a:buFont typeface="Trebuchet MS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2pPr>
            <a:lvl3pPr marL="457200" indent="-228600" algn="l" defTabSz="914354" rtl="0" eaLnBrk="1" latinLnBrk="0" hangingPunct="1">
              <a:lnSpc>
                <a:spcPct val="114000"/>
              </a:lnSpc>
              <a:spcBef>
                <a:spcPts val="125"/>
              </a:spcBef>
              <a:spcAft>
                <a:spcPts val="0"/>
              </a:spcAft>
              <a:buFont typeface="Trebuchet MS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3pPr>
            <a:lvl4pPr marL="685800" indent="-228600" algn="l" defTabSz="914354" rtl="0" eaLnBrk="1" latinLnBrk="0" hangingPunct="1">
              <a:lnSpc>
                <a:spcPct val="114000"/>
              </a:lnSpc>
              <a:spcBef>
                <a:spcPts val="125"/>
              </a:spcBef>
              <a:spcAft>
                <a:spcPts val="0"/>
              </a:spcAft>
              <a:buFont typeface="Trebuchet MS" pitchFamily="34" charset="0"/>
              <a:buChar char="»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4pPr>
            <a:lvl5pPr marL="914400" indent="-228600" algn="l" defTabSz="914354" rtl="0" eaLnBrk="1" latinLnBrk="0" hangingPunct="1">
              <a:lnSpc>
                <a:spcPct val="114000"/>
              </a:lnSpc>
              <a:spcBef>
                <a:spcPts val="125"/>
              </a:spcBef>
              <a:spcAft>
                <a:spcPts val="0"/>
              </a:spcAft>
              <a:buFont typeface="Trebuchet MS" pitchFamily="34" charset="0"/>
              <a:buChar char="›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5pPr>
            <a:lvl6pPr marL="1143000" indent="-228600" algn="l" defTabSz="914354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Font typeface="Trebuchet MS" pitchFamily="34" charset="0"/>
              <a:buChar char="◦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6pPr>
            <a:lvl7pPr marL="914400" indent="0" algn="l" defTabSz="91435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7pPr>
            <a:lvl8pPr marL="1143000" indent="-228600" algn="l" defTabSz="91435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Trebuchet MS" pitchFamily="34" charset="0"/>
              <a:buChar char="▫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8pPr>
            <a:lvl9pPr marL="1143000" indent="-228600" algn="l" defTabSz="91435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Trebuchet MS" pitchFamily="34" charset="0"/>
              <a:buChar char="▫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9pPr>
          </a:lstStyle>
          <a:p>
            <a:pPr lvl="0" algn="l"/>
            <a:r>
              <a:rPr lang="en-US" sz="1200">
                <a:solidFill>
                  <a:schemeClr val="tx1"/>
                </a:solidFill>
                <a:latin typeface="Trebuchet MS"/>
              </a:rPr>
              <a:t>Model must choose — usually picks wrong one</a:t>
            </a:r>
          </a:p>
        </p:txBody>
      </p:sp>
      <p:sp>
        <p:nvSpPr>
          <p:cNvPr id="1010" name="TextBox"/>
          <p:cNvSpPr txBox="1">
            <a:spLocks/>
          </p:cNvSpPr>
          <p:nvPr/>
        </p:nvSpPr>
        <p:spPr>
          <a:xfrm>
            <a:off x="2682011" y="3217153"/>
            <a:ext cx="2342021" cy="1000255"/>
          </a:xfrm>
          <a:prstGeom prst="rect">
            <a:avLst/>
          </a:prstGeom>
          <a:noFill/>
        </p:spPr>
        <p:txBody>
          <a:bodyPr vert="horz" lIns="0" tIns="0" rIns="0" bIns="0" rtlCol="0" anchor="t">
            <a:noAutofit/>
          </a:bodyPr>
          <a:lstStyle>
            <a:lvl1pPr marL="0" indent="0" algn="l" defTabSz="914354" rtl="0" eaLnBrk="1" latinLnBrk="0" hangingPunct="1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None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1pPr>
            <a:lvl2pPr marL="228600" indent="-228600" algn="l" defTabSz="914354" rtl="0" eaLnBrk="1" latinLnBrk="0" hangingPunct="1">
              <a:lnSpc>
                <a:spcPct val="114000"/>
              </a:lnSpc>
              <a:spcBef>
                <a:spcPts val="250"/>
              </a:spcBef>
              <a:spcAft>
                <a:spcPts val="0"/>
              </a:spcAft>
              <a:buFont typeface="Trebuchet MS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2pPr>
            <a:lvl3pPr marL="457200" indent="-228600" algn="l" defTabSz="914354" rtl="0" eaLnBrk="1" latinLnBrk="0" hangingPunct="1">
              <a:lnSpc>
                <a:spcPct val="114000"/>
              </a:lnSpc>
              <a:spcBef>
                <a:spcPts val="125"/>
              </a:spcBef>
              <a:spcAft>
                <a:spcPts val="0"/>
              </a:spcAft>
              <a:buFont typeface="Trebuchet MS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3pPr>
            <a:lvl4pPr marL="685800" indent="-228600" algn="l" defTabSz="914354" rtl="0" eaLnBrk="1" latinLnBrk="0" hangingPunct="1">
              <a:lnSpc>
                <a:spcPct val="114000"/>
              </a:lnSpc>
              <a:spcBef>
                <a:spcPts val="125"/>
              </a:spcBef>
              <a:spcAft>
                <a:spcPts val="0"/>
              </a:spcAft>
              <a:buFont typeface="Trebuchet MS" pitchFamily="34" charset="0"/>
              <a:buChar char="»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4pPr>
            <a:lvl5pPr marL="914400" indent="-228600" algn="l" defTabSz="914354" rtl="0" eaLnBrk="1" latinLnBrk="0" hangingPunct="1">
              <a:lnSpc>
                <a:spcPct val="114000"/>
              </a:lnSpc>
              <a:spcBef>
                <a:spcPts val="125"/>
              </a:spcBef>
              <a:spcAft>
                <a:spcPts val="0"/>
              </a:spcAft>
              <a:buFont typeface="Trebuchet MS" pitchFamily="34" charset="0"/>
              <a:buChar char="›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5pPr>
            <a:lvl6pPr marL="1143000" indent="-228600" algn="l" defTabSz="914354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Font typeface="Trebuchet MS" pitchFamily="34" charset="0"/>
              <a:buChar char="◦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6pPr>
            <a:lvl7pPr marL="914400" indent="0" algn="l" defTabSz="91435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7pPr>
            <a:lvl8pPr marL="1143000" indent="-228600" algn="l" defTabSz="91435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Trebuchet MS" pitchFamily="34" charset="0"/>
              <a:buChar char="▫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8pPr>
            <a:lvl9pPr marL="1143000" indent="-228600" algn="l" defTabSz="91435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Trebuchet MS" pitchFamily="34" charset="0"/>
              <a:buChar char="▫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9pPr>
          </a:lstStyle>
          <a:p>
            <a:pPr lvl="0" algn="l"/>
            <a:r>
              <a:rPr lang="en-US" sz="1200">
                <a:solidFill>
                  <a:schemeClr val="tx1"/>
                </a:solidFill>
                <a:latin typeface="Trebuchet MS"/>
              </a:rPr>
              <a:t>Identical result to auto-injected context</a:t>
            </a:r>
          </a:p>
        </p:txBody>
      </p:sp>
      <p:sp>
        <p:nvSpPr>
          <p:cNvPr id="1011" name="TextBox"/>
          <p:cNvSpPr txBox="1">
            <a:spLocks/>
          </p:cNvSpPr>
          <p:nvPr/>
        </p:nvSpPr>
        <p:spPr>
          <a:xfrm>
            <a:off x="5115472" y="3217153"/>
            <a:ext cx="2406992" cy="1000255"/>
          </a:xfrm>
          <a:prstGeom prst="rect">
            <a:avLst/>
          </a:prstGeom>
          <a:noFill/>
        </p:spPr>
        <p:txBody>
          <a:bodyPr vert="horz" lIns="0" tIns="0" rIns="0" bIns="0" rtlCol="0" anchor="t">
            <a:noAutofit/>
          </a:bodyPr>
          <a:lstStyle>
            <a:lvl1pPr marL="0" indent="0" algn="l" defTabSz="914354" rtl="0" eaLnBrk="1" latinLnBrk="0" hangingPunct="1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None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1pPr>
            <a:lvl2pPr marL="228600" indent="-228600" algn="l" defTabSz="914354" rtl="0" eaLnBrk="1" latinLnBrk="0" hangingPunct="1">
              <a:lnSpc>
                <a:spcPct val="114000"/>
              </a:lnSpc>
              <a:spcBef>
                <a:spcPts val="250"/>
              </a:spcBef>
              <a:spcAft>
                <a:spcPts val="0"/>
              </a:spcAft>
              <a:buFont typeface="Trebuchet MS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2pPr>
            <a:lvl3pPr marL="457200" indent="-228600" algn="l" defTabSz="914354" rtl="0" eaLnBrk="1" latinLnBrk="0" hangingPunct="1">
              <a:lnSpc>
                <a:spcPct val="114000"/>
              </a:lnSpc>
              <a:spcBef>
                <a:spcPts val="125"/>
              </a:spcBef>
              <a:spcAft>
                <a:spcPts val="0"/>
              </a:spcAft>
              <a:buFont typeface="Trebuchet MS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3pPr>
            <a:lvl4pPr marL="685800" indent="-228600" algn="l" defTabSz="914354" rtl="0" eaLnBrk="1" latinLnBrk="0" hangingPunct="1">
              <a:lnSpc>
                <a:spcPct val="114000"/>
              </a:lnSpc>
              <a:spcBef>
                <a:spcPts val="125"/>
              </a:spcBef>
              <a:spcAft>
                <a:spcPts val="0"/>
              </a:spcAft>
              <a:buFont typeface="Trebuchet MS" pitchFamily="34" charset="0"/>
              <a:buChar char="»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4pPr>
            <a:lvl5pPr marL="914400" indent="-228600" algn="l" defTabSz="914354" rtl="0" eaLnBrk="1" latinLnBrk="0" hangingPunct="1">
              <a:lnSpc>
                <a:spcPct val="114000"/>
              </a:lnSpc>
              <a:spcBef>
                <a:spcPts val="125"/>
              </a:spcBef>
              <a:spcAft>
                <a:spcPts val="0"/>
              </a:spcAft>
              <a:buFont typeface="Trebuchet MS" pitchFamily="34" charset="0"/>
              <a:buChar char="›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5pPr>
            <a:lvl6pPr marL="1143000" indent="-228600" algn="l" defTabSz="914354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Font typeface="Trebuchet MS" pitchFamily="34" charset="0"/>
              <a:buChar char="◦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6pPr>
            <a:lvl7pPr marL="914400" indent="0" algn="l" defTabSz="91435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7pPr>
            <a:lvl8pPr marL="1143000" indent="-228600" algn="l" defTabSz="91435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Trebuchet MS" pitchFamily="34" charset="0"/>
              <a:buChar char="▫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8pPr>
            <a:lvl9pPr marL="1143000" indent="-228600" algn="l" defTabSz="91435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Trebuchet MS" pitchFamily="34" charset="0"/>
              <a:buChar char="▫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9pPr>
          </a:lstStyle>
          <a:p>
            <a:pPr lvl="0" algn="l"/>
            <a:r>
              <a:rPr lang="en-US" sz="1200">
                <a:solidFill>
                  <a:schemeClr val="tx1"/>
                </a:solidFill>
                <a:latin typeface="Trebuchet MS"/>
              </a:rPr>
              <a:t>Model calls tool that's already run</a:t>
            </a:r>
          </a:p>
        </p:txBody>
      </p:sp>
      <p:sp>
        <p:nvSpPr>
          <p:cNvPr id="1012" name="TextBox"/>
          <p:cNvSpPr txBox="1">
            <a:spLocks/>
          </p:cNvSpPr>
          <p:nvPr/>
        </p:nvSpPr>
        <p:spPr>
          <a:xfrm>
            <a:off x="2682011" y="4308848"/>
            <a:ext cx="2342021" cy="1000255"/>
          </a:xfrm>
          <a:prstGeom prst="rect">
            <a:avLst/>
          </a:prstGeom>
          <a:noFill/>
        </p:spPr>
        <p:txBody>
          <a:bodyPr vert="horz" lIns="0" tIns="0" rIns="0" bIns="0" rtlCol="0" anchor="t">
            <a:noAutofit/>
          </a:bodyPr>
          <a:lstStyle>
            <a:lvl1pPr marL="0" indent="0" algn="l" defTabSz="914354" rtl="0" eaLnBrk="1" latinLnBrk="0" hangingPunct="1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None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1pPr>
            <a:lvl2pPr marL="228600" indent="-228600" algn="l" defTabSz="914354" rtl="0" eaLnBrk="1" latinLnBrk="0" hangingPunct="1">
              <a:lnSpc>
                <a:spcPct val="114000"/>
              </a:lnSpc>
              <a:spcBef>
                <a:spcPts val="250"/>
              </a:spcBef>
              <a:spcAft>
                <a:spcPts val="0"/>
              </a:spcAft>
              <a:buFont typeface="Trebuchet MS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2pPr>
            <a:lvl3pPr marL="457200" indent="-228600" algn="l" defTabSz="914354" rtl="0" eaLnBrk="1" latinLnBrk="0" hangingPunct="1">
              <a:lnSpc>
                <a:spcPct val="114000"/>
              </a:lnSpc>
              <a:spcBef>
                <a:spcPts val="125"/>
              </a:spcBef>
              <a:spcAft>
                <a:spcPts val="0"/>
              </a:spcAft>
              <a:buFont typeface="Trebuchet MS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3pPr>
            <a:lvl4pPr marL="685800" indent="-228600" algn="l" defTabSz="914354" rtl="0" eaLnBrk="1" latinLnBrk="0" hangingPunct="1">
              <a:lnSpc>
                <a:spcPct val="114000"/>
              </a:lnSpc>
              <a:spcBef>
                <a:spcPts val="125"/>
              </a:spcBef>
              <a:spcAft>
                <a:spcPts val="0"/>
              </a:spcAft>
              <a:buFont typeface="Trebuchet MS" pitchFamily="34" charset="0"/>
              <a:buChar char="»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4pPr>
            <a:lvl5pPr marL="914400" indent="-228600" algn="l" defTabSz="914354" rtl="0" eaLnBrk="1" latinLnBrk="0" hangingPunct="1">
              <a:lnSpc>
                <a:spcPct val="114000"/>
              </a:lnSpc>
              <a:spcBef>
                <a:spcPts val="125"/>
              </a:spcBef>
              <a:spcAft>
                <a:spcPts val="0"/>
              </a:spcAft>
              <a:buFont typeface="Trebuchet MS" pitchFamily="34" charset="0"/>
              <a:buChar char="›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5pPr>
            <a:lvl6pPr marL="1143000" indent="-228600" algn="l" defTabSz="914354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Font typeface="Trebuchet MS" pitchFamily="34" charset="0"/>
              <a:buChar char="◦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6pPr>
            <a:lvl7pPr marL="914400" indent="0" algn="l" defTabSz="91435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7pPr>
            <a:lvl8pPr marL="1143000" indent="-228600" algn="l" defTabSz="91435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Trebuchet MS" pitchFamily="34" charset="0"/>
              <a:buChar char="▫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8pPr>
            <a:lvl9pPr marL="1143000" indent="-228600" algn="l" defTabSz="91435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Trebuchet MS" pitchFamily="34" charset="0"/>
              <a:buChar char="▫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9pPr>
          </a:lstStyle>
          <a:p>
            <a:pPr lvl="0" algn="l"/>
            <a:r>
              <a:rPr lang="en-US" sz="1200">
                <a:solidFill>
                  <a:schemeClr val="tx1"/>
                </a:solidFill>
                <a:latin typeface="Trebuchet MS"/>
              </a:rPr>
              <a:t>Overview already reports object counts</a:t>
            </a:r>
          </a:p>
        </p:txBody>
      </p:sp>
      <p:sp>
        <p:nvSpPr>
          <p:cNvPr id="1013" name="TextBox"/>
          <p:cNvSpPr txBox="1">
            <a:spLocks/>
          </p:cNvSpPr>
          <p:nvPr/>
        </p:nvSpPr>
        <p:spPr>
          <a:xfrm>
            <a:off x="5115472" y="4308848"/>
            <a:ext cx="2406992" cy="1000255"/>
          </a:xfrm>
          <a:prstGeom prst="rect">
            <a:avLst/>
          </a:prstGeom>
          <a:noFill/>
        </p:spPr>
        <p:txBody>
          <a:bodyPr vert="horz" lIns="0" tIns="0" rIns="0" bIns="0" rtlCol="0" anchor="t">
            <a:noAutofit/>
          </a:bodyPr>
          <a:lstStyle>
            <a:lvl1pPr marL="0" indent="0" algn="l" defTabSz="914354" rtl="0" eaLnBrk="1" latinLnBrk="0" hangingPunct="1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None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1pPr>
            <a:lvl2pPr marL="228600" indent="-228600" algn="l" defTabSz="914354" rtl="0" eaLnBrk="1" latinLnBrk="0" hangingPunct="1">
              <a:lnSpc>
                <a:spcPct val="114000"/>
              </a:lnSpc>
              <a:spcBef>
                <a:spcPts val="250"/>
              </a:spcBef>
              <a:spcAft>
                <a:spcPts val="0"/>
              </a:spcAft>
              <a:buFont typeface="Trebuchet MS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2pPr>
            <a:lvl3pPr marL="457200" indent="-228600" algn="l" defTabSz="914354" rtl="0" eaLnBrk="1" latinLnBrk="0" hangingPunct="1">
              <a:lnSpc>
                <a:spcPct val="114000"/>
              </a:lnSpc>
              <a:spcBef>
                <a:spcPts val="125"/>
              </a:spcBef>
              <a:spcAft>
                <a:spcPts val="0"/>
              </a:spcAft>
              <a:buFont typeface="Trebuchet MS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3pPr>
            <a:lvl4pPr marL="685800" indent="-228600" algn="l" defTabSz="914354" rtl="0" eaLnBrk="1" latinLnBrk="0" hangingPunct="1">
              <a:lnSpc>
                <a:spcPct val="114000"/>
              </a:lnSpc>
              <a:spcBef>
                <a:spcPts val="125"/>
              </a:spcBef>
              <a:spcAft>
                <a:spcPts val="0"/>
              </a:spcAft>
              <a:buFont typeface="Trebuchet MS" pitchFamily="34" charset="0"/>
              <a:buChar char="»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4pPr>
            <a:lvl5pPr marL="914400" indent="-228600" algn="l" defTabSz="914354" rtl="0" eaLnBrk="1" latinLnBrk="0" hangingPunct="1">
              <a:lnSpc>
                <a:spcPct val="114000"/>
              </a:lnSpc>
              <a:spcBef>
                <a:spcPts val="125"/>
              </a:spcBef>
              <a:spcAft>
                <a:spcPts val="0"/>
              </a:spcAft>
              <a:buFont typeface="Trebuchet MS" pitchFamily="34" charset="0"/>
              <a:buChar char="›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5pPr>
            <a:lvl6pPr marL="1143000" indent="-228600" algn="l" defTabSz="914354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Font typeface="Trebuchet MS" pitchFamily="34" charset="0"/>
              <a:buChar char="◦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6pPr>
            <a:lvl7pPr marL="914400" indent="0" algn="l" defTabSz="91435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7pPr>
            <a:lvl8pPr marL="1143000" indent="-228600" algn="l" defTabSz="91435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Trebuchet MS" pitchFamily="34" charset="0"/>
              <a:buChar char="▫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8pPr>
            <a:lvl9pPr marL="1143000" indent="-228600" algn="l" defTabSz="91435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Trebuchet MS" pitchFamily="34" charset="0"/>
              <a:buChar char="▫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9pPr>
          </a:lstStyle>
          <a:p>
            <a:pPr lvl="0" algn="l"/>
            <a:r>
              <a:rPr lang="en-US" sz="1200">
                <a:solidFill>
                  <a:schemeClr val="tx1"/>
                </a:solidFill>
                <a:latin typeface="Trebuchet MS"/>
              </a:rPr>
              <a:t>Useful only when we can manipulate objects</a:t>
            </a:r>
          </a:p>
        </p:txBody>
      </p:sp>
      <p:sp>
        <p:nvSpPr>
          <p:cNvPr id="1014" name="TextBox"/>
          <p:cNvSpPr txBox="1">
            <a:spLocks/>
          </p:cNvSpPr>
          <p:nvPr/>
        </p:nvSpPr>
        <p:spPr>
          <a:xfrm>
            <a:off x="2682011" y="5400543"/>
            <a:ext cx="2342021" cy="1000257"/>
          </a:xfrm>
          <a:prstGeom prst="rect">
            <a:avLst/>
          </a:prstGeom>
          <a:noFill/>
        </p:spPr>
        <p:txBody>
          <a:bodyPr vert="horz" lIns="0" tIns="0" rIns="0" bIns="0" rtlCol="0" anchor="t">
            <a:noAutofit/>
          </a:bodyPr>
          <a:lstStyle>
            <a:lvl1pPr marL="0" indent="0" algn="l" defTabSz="914354" rtl="0" eaLnBrk="1" latinLnBrk="0" hangingPunct="1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None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1pPr>
            <a:lvl2pPr marL="228600" indent="-228600" algn="l" defTabSz="914354" rtl="0" eaLnBrk="1" latinLnBrk="0" hangingPunct="1">
              <a:lnSpc>
                <a:spcPct val="114000"/>
              </a:lnSpc>
              <a:spcBef>
                <a:spcPts val="250"/>
              </a:spcBef>
              <a:spcAft>
                <a:spcPts val="0"/>
              </a:spcAft>
              <a:buFont typeface="Trebuchet MS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2pPr>
            <a:lvl3pPr marL="457200" indent="-228600" algn="l" defTabSz="914354" rtl="0" eaLnBrk="1" latinLnBrk="0" hangingPunct="1">
              <a:lnSpc>
                <a:spcPct val="114000"/>
              </a:lnSpc>
              <a:spcBef>
                <a:spcPts val="125"/>
              </a:spcBef>
              <a:spcAft>
                <a:spcPts val="0"/>
              </a:spcAft>
              <a:buFont typeface="Trebuchet MS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3pPr>
            <a:lvl4pPr marL="685800" indent="-228600" algn="l" defTabSz="914354" rtl="0" eaLnBrk="1" latinLnBrk="0" hangingPunct="1">
              <a:lnSpc>
                <a:spcPct val="114000"/>
              </a:lnSpc>
              <a:spcBef>
                <a:spcPts val="125"/>
              </a:spcBef>
              <a:spcAft>
                <a:spcPts val="0"/>
              </a:spcAft>
              <a:buFont typeface="Trebuchet MS" pitchFamily="34" charset="0"/>
              <a:buChar char="»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4pPr>
            <a:lvl5pPr marL="914400" indent="-228600" algn="l" defTabSz="914354" rtl="0" eaLnBrk="1" latinLnBrk="0" hangingPunct="1">
              <a:lnSpc>
                <a:spcPct val="114000"/>
              </a:lnSpc>
              <a:spcBef>
                <a:spcPts val="125"/>
              </a:spcBef>
              <a:spcAft>
                <a:spcPts val="0"/>
              </a:spcAft>
              <a:buFont typeface="Trebuchet MS" pitchFamily="34" charset="0"/>
              <a:buChar char="›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5pPr>
            <a:lvl6pPr marL="1143000" indent="-228600" algn="l" defTabSz="914354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Font typeface="Trebuchet MS" pitchFamily="34" charset="0"/>
              <a:buChar char="◦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6pPr>
            <a:lvl7pPr marL="914400" indent="0" algn="l" defTabSz="91435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7pPr>
            <a:lvl8pPr marL="1143000" indent="-228600" algn="l" defTabSz="91435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Trebuchet MS" pitchFamily="34" charset="0"/>
              <a:buChar char="▫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8pPr>
            <a:lvl9pPr marL="1143000" indent="-228600" algn="l" defTabSz="91435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Trebuchet MS" pitchFamily="34" charset="0"/>
              <a:buChar char="▫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9pPr>
          </a:lstStyle>
          <a:p>
            <a:pPr lvl="0" algn="l"/>
            <a:r>
              <a:rPr lang="en-US" sz="1200">
                <a:solidFill>
                  <a:schemeClr val="tx1"/>
                </a:solidFill>
                <a:latin typeface="Trebuchet MS"/>
              </a:rPr>
              <a:t>Auto-context injects this every turn</a:t>
            </a:r>
          </a:p>
        </p:txBody>
      </p:sp>
      <p:sp>
        <p:nvSpPr>
          <p:cNvPr id="1015" name="TextBox"/>
          <p:cNvSpPr txBox="1">
            <a:spLocks/>
          </p:cNvSpPr>
          <p:nvPr/>
        </p:nvSpPr>
        <p:spPr>
          <a:xfrm>
            <a:off x="5115472" y="5400543"/>
            <a:ext cx="2406992" cy="1000257"/>
          </a:xfrm>
          <a:prstGeom prst="rect">
            <a:avLst/>
          </a:prstGeom>
          <a:noFill/>
        </p:spPr>
        <p:txBody>
          <a:bodyPr vert="horz" lIns="0" tIns="0" rIns="0" bIns="0" rtlCol="0" anchor="t">
            <a:noAutofit/>
          </a:bodyPr>
          <a:lstStyle>
            <a:lvl1pPr marL="0" indent="0" algn="l" defTabSz="914354" rtl="0" eaLnBrk="1" latinLnBrk="0" hangingPunct="1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None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1pPr>
            <a:lvl2pPr marL="228600" indent="-228600" algn="l" defTabSz="914354" rtl="0" eaLnBrk="1" latinLnBrk="0" hangingPunct="1">
              <a:lnSpc>
                <a:spcPct val="114000"/>
              </a:lnSpc>
              <a:spcBef>
                <a:spcPts val="250"/>
              </a:spcBef>
              <a:spcAft>
                <a:spcPts val="0"/>
              </a:spcAft>
              <a:buFont typeface="Trebuchet MS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2pPr>
            <a:lvl3pPr marL="457200" indent="-228600" algn="l" defTabSz="914354" rtl="0" eaLnBrk="1" latinLnBrk="0" hangingPunct="1">
              <a:lnSpc>
                <a:spcPct val="114000"/>
              </a:lnSpc>
              <a:spcBef>
                <a:spcPts val="125"/>
              </a:spcBef>
              <a:spcAft>
                <a:spcPts val="0"/>
              </a:spcAft>
              <a:buFont typeface="Trebuchet MS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3pPr>
            <a:lvl4pPr marL="685800" indent="-228600" algn="l" defTabSz="914354" rtl="0" eaLnBrk="1" latinLnBrk="0" hangingPunct="1">
              <a:lnSpc>
                <a:spcPct val="114000"/>
              </a:lnSpc>
              <a:spcBef>
                <a:spcPts val="125"/>
              </a:spcBef>
              <a:spcAft>
                <a:spcPts val="0"/>
              </a:spcAft>
              <a:buFont typeface="Trebuchet MS" pitchFamily="34" charset="0"/>
              <a:buChar char="»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4pPr>
            <a:lvl5pPr marL="914400" indent="-228600" algn="l" defTabSz="914354" rtl="0" eaLnBrk="1" latinLnBrk="0" hangingPunct="1">
              <a:lnSpc>
                <a:spcPct val="114000"/>
              </a:lnSpc>
              <a:spcBef>
                <a:spcPts val="125"/>
              </a:spcBef>
              <a:spcAft>
                <a:spcPts val="0"/>
              </a:spcAft>
              <a:buFont typeface="Trebuchet MS" pitchFamily="34" charset="0"/>
              <a:buChar char="›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5pPr>
            <a:lvl6pPr marL="1143000" indent="-228600" algn="l" defTabSz="914354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Font typeface="Trebuchet MS" pitchFamily="34" charset="0"/>
              <a:buChar char="◦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6pPr>
            <a:lvl7pPr marL="914400" indent="0" algn="l" defTabSz="91435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7pPr>
            <a:lvl8pPr marL="1143000" indent="-228600" algn="l" defTabSz="91435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Trebuchet MS" pitchFamily="34" charset="0"/>
              <a:buChar char="▫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8pPr>
            <a:lvl9pPr marL="1143000" indent="-228600" algn="l" defTabSz="91435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Trebuchet MS" pitchFamily="34" charset="0"/>
              <a:buChar char="▫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9pPr>
          </a:lstStyle>
          <a:p>
            <a:pPr lvl="0" algn="l"/>
            <a:r>
              <a:rPr lang="en-US" sz="1200">
                <a:solidFill>
                  <a:schemeClr val="tx1"/>
                </a:solidFill>
                <a:latin typeface="Trebuchet MS"/>
              </a:rPr>
              <a:t>Model never needs to call it explicitly</a:t>
            </a:r>
          </a:p>
        </p:txBody>
      </p:sp>
      <p:cxnSp>
        <p:nvCxnSpPr>
          <p:cNvPr id="1016" name="Line"/>
          <p:cNvCxnSpPr/>
          <p:nvPr/>
        </p:nvCxnSpPr>
        <p:spPr>
          <a:xfrm>
            <a:off x="554736" y="3171433"/>
            <a:ext cx="6967728" cy="0"/>
          </a:xfrm>
          <a:prstGeom prst="line">
            <a:avLst/>
          </a:prstGeom>
          <a:ln w="6350">
            <a:solidFill>
              <a:schemeClr val="dk2"/>
            </a:solidFill>
          </a:ln>
        </p:spPr>
      </p:cxnSp>
      <p:cxnSp>
        <p:nvCxnSpPr>
          <p:cNvPr id="1017" name="Line"/>
          <p:cNvCxnSpPr/>
          <p:nvPr/>
        </p:nvCxnSpPr>
        <p:spPr>
          <a:xfrm>
            <a:off x="554736" y="4263128"/>
            <a:ext cx="6967728" cy="0"/>
          </a:xfrm>
          <a:prstGeom prst="line">
            <a:avLst/>
          </a:prstGeom>
          <a:ln w="6350">
            <a:solidFill>
              <a:schemeClr val="dk2"/>
            </a:solidFill>
          </a:ln>
        </p:spPr>
      </p:cxnSp>
      <p:cxnSp>
        <p:nvCxnSpPr>
          <p:cNvPr id="1018" name="Line"/>
          <p:cNvCxnSpPr/>
          <p:nvPr/>
        </p:nvCxnSpPr>
        <p:spPr>
          <a:xfrm>
            <a:off x="554736" y="5354823"/>
            <a:ext cx="6967728" cy="0"/>
          </a:xfrm>
          <a:prstGeom prst="line">
            <a:avLst/>
          </a:prstGeom>
          <a:ln w="6350">
            <a:solidFill>
              <a:schemeClr val="dk2"/>
            </a:solidFill>
          </a:ln>
        </p:spPr>
      </p:cxnSp>
      <p:sp>
        <p:nvSpPr>
          <p:cNvPr id="1019" name="TextBox"/>
          <p:cNvSpPr txBox="1">
            <a:spLocks/>
          </p:cNvSpPr>
          <p:nvPr/>
        </p:nvSpPr>
        <p:spPr>
          <a:xfrm>
            <a:off x="8173371" y="1714001"/>
            <a:ext cx="3465576" cy="4732519"/>
          </a:xfrm>
          <a:prstGeom prst="rect">
            <a:avLst/>
          </a:prstGeom>
          <a:noFill/>
        </p:spPr>
        <p:txBody>
          <a:bodyPr vert="horz" lIns="0" tIns="0" rIns="0" bIns="0" rtlCol="0" anchor="t">
            <a:noAutofit/>
          </a:bodyPr>
          <a:lstStyle>
            <a:lvl1pPr marL="0" indent="0" algn="l" defTabSz="914354" rtl="0" eaLnBrk="1" latinLnBrk="0" hangingPunct="1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None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1pPr>
            <a:lvl2pPr marL="228600" indent="-228600" algn="l" defTabSz="914354" rtl="0" eaLnBrk="1" latinLnBrk="0" hangingPunct="1">
              <a:lnSpc>
                <a:spcPct val="114000"/>
              </a:lnSpc>
              <a:spcBef>
                <a:spcPts val="250"/>
              </a:spcBef>
              <a:spcAft>
                <a:spcPts val="0"/>
              </a:spcAft>
              <a:buFont typeface="Trebuchet MS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2pPr>
            <a:lvl3pPr marL="457200" indent="-228600" algn="l" defTabSz="914354" rtl="0" eaLnBrk="1" latinLnBrk="0" hangingPunct="1">
              <a:lnSpc>
                <a:spcPct val="114000"/>
              </a:lnSpc>
              <a:spcBef>
                <a:spcPts val="125"/>
              </a:spcBef>
              <a:spcAft>
                <a:spcPts val="0"/>
              </a:spcAft>
              <a:buFont typeface="Trebuchet MS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3pPr>
            <a:lvl4pPr marL="685800" indent="-228600" algn="l" defTabSz="914354" rtl="0" eaLnBrk="1" latinLnBrk="0" hangingPunct="1">
              <a:lnSpc>
                <a:spcPct val="114000"/>
              </a:lnSpc>
              <a:spcBef>
                <a:spcPts val="125"/>
              </a:spcBef>
              <a:spcAft>
                <a:spcPts val="0"/>
              </a:spcAft>
              <a:buFont typeface="Trebuchet MS" pitchFamily="34" charset="0"/>
              <a:buChar char="»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4pPr>
            <a:lvl5pPr marL="914400" indent="-228600" algn="l" defTabSz="914354" rtl="0" eaLnBrk="1" latinLnBrk="0" hangingPunct="1">
              <a:lnSpc>
                <a:spcPct val="114000"/>
              </a:lnSpc>
              <a:spcBef>
                <a:spcPts val="125"/>
              </a:spcBef>
              <a:spcAft>
                <a:spcPts val="0"/>
              </a:spcAft>
              <a:buFont typeface="Trebuchet MS" pitchFamily="34" charset="0"/>
              <a:buChar char="›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5pPr>
            <a:lvl6pPr marL="1143000" indent="-228600" algn="l" defTabSz="914354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Font typeface="Trebuchet MS" pitchFamily="34" charset="0"/>
              <a:buChar char="◦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6pPr>
            <a:lvl7pPr marL="914400" indent="0" algn="l" defTabSz="91435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7pPr>
            <a:lvl8pPr marL="1143000" indent="-228600" algn="l" defTabSz="91435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Trebuchet MS" pitchFamily="34" charset="0"/>
              <a:buChar char="▫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8pPr>
            <a:lvl9pPr marL="1143000" indent="-228600" algn="l" defTabSz="91435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Trebuchet MS" pitchFamily="34" charset="0"/>
              <a:buChar char="▫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9pPr>
          </a:lstStyle>
          <a:p>
            <a:pPr lvl="0" algn="l"/>
            <a:r>
              <a:rPr lang="en-US" sz="1600" b="1">
                <a:solidFill>
                  <a:schemeClr val="accent1"/>
                </a:solidFill>
                <a:latin typeface="Trebuchet MS"/>
              </a:rPr>
              <a:t>The trajectory</a:t>
            </a:r>
          </a:p>
          <a:p>
            <a:pPr lvl="0" algn="l"/>
            <a:r>
              <a:rPr lang="en-US" sz="1400">
                <a:solidFill>
                  <a:schemeClr val="tx1"/>
                </a:solidFill>
                <a:latin typeface="Trebuchet MS"/>
              </a:rPr>
              <a:t>Issue #18 proposes charts, tables, validation, sorting, named ranges, comments…</a:t>
            </a:r>
          </a:p>
          <a:p>
            <a:pPr lvl="0" algn="l"/>
            <a:endParaRPr lang="en-US"/>
          </a:p>
          <a:p>
            <a:pPr lvl="0" algn="l"/>
            <a:r>
              <a:rPr lang="en-US" sz="1400">
                <a:solidFill>
                  <a:schemeClr val="tx1"/>
                </a:solidFill>
                <a:latin typeface="Trebuchet MS"/>
              </a:rPr>
              <a:t xml:space="preserve">That's </a:t>
            </a:r>
            <a:r>
              <a:rPr lang="en-US" sz="1400" b="1">
                <a:solidFill>
                  <a:schemeClr val="tx1"/>
                </a:solidFill>
                <a:latin typeface="Trebuchet MS"/>
              </a:rPr>
              <a:t>14 → 22+ tools</a:t>
            </a:r>
            <a:r>
              <a:rPr lang="en-US" sz="1400">
                <a:solidFill>
                  <a:schemeClr val="tx1"/>
                </a:solidFill>
                <a:latin typeface="Trebuchet MS"/>
              </a:rPr>
              <a:t>.</a:t>
            </a:r>
          </a:p>
          <a:p>
            <a:pPr lvl="0" algn="l"/>
            <a:endParaRPr lang="en-US"/>
          </a:p>
          <a:p>
            <a:pPr lvl="0" algn="l"/>
            <a:r>
              <a:rPr lang="en-US" sz="1400">
                <a:solidFill>
                  <a:schemeClr val="tx1"/>
                </a:solidFill>
                <a:latin typeface="Trebuchet MS"/>
              </a:rPr>
              <a:t>At 20+ tools the model swims through schemas every turn.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Proposed consolidation: 14 → 10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7" sz="quarter"/>
          </p:nvPr>
        </p:nvSpPr>
        <p:spPr/>
        <p:txBody>
          <a:bodyPr/>
          <a:lstStyle/>
          <a:p>
            <a:r>
              <a:t>Proposal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Remove 4 tools by absorption, absorb 2 proposed without adding them</a:t>
            </a:r>
          </a:p>
        </p:txBody>
      </p:sp>
      <p:sp>
        <p:nvSpPr>
          <p:cNvPr id="1001" name="TextBox"/>
          <p:cNvSpPr txBox="1">
            <a:spLocks/>
          </p:cNvSpPr>
          <p:nvPr/>
        </p:nvSpPr>
        <p:spPr>
          <a:xfrm>
            <a:off x="3048072" y="1755720"/>
            <a:ext cx="3851561" cy="322945"/>
          </a:xfrm>
          <a:prstGeom prst="rect">
            <a:avLst/>
          </a:prstGeom>
          <a:noFill/>
        </p:spPr>
        <p:txBody>
          <a:bodyPr vert="horz" lIns="0" tIns="0" rIns="0" bIns="0" rtlCol="0" anchor="b">
            <a:noAutofit/>
          </a:bodyPr>
          <a:lstStyle>
            <a:lvl1pPr marL="0" indent="0" algn="l" defTabSz="914354" rtl="0" eaLnBrk="1" latinLnBrk="0" hangingPunct="1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None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1pPr>
            <a:lvl2pPr marL="228600" indent="-228600" algn="l" defTabSz="914354" rtl="0" eaLnBrk="1" latinLnBrk="0" hangingPunct="1">
              <a:lnSpc>
                <a:spcPct val="114000"/>
              </a:lnSpc>
              <a:spcBef>
                <a:spcPts val="250"/>
              </a:spcBef>
              <a:spcAft>
                <a:spcPts val="0"/>
              </a:spcAft>
              <a:buFont typeface="Trebuchet MS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2pPr>
            <a:lvl3pPr marL="457200" indent="-228600" algn="l" defTabSz="914354" rtl="0" eaLnBrk="1" latinLnBrk="0" hangingPunct="1">
              <a:lnSpc>
                <a:spcPct val="114000"/>
              </a:lnSpc>
              <a:spcBef>
                <a:spcPts val="125"/>
              </a:spcBef>
              <a:spcAft>
                <a:spcPts val="0"/>
              </a:spcAft>
              <a:buFont typeface="Trebuchet MS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3pPr>
            <a:lvl4pPr marL="685800" indent="-228600" algn="l" defTabSz="914354" rtl="0" eaLnBrk="1" latinLnBrk="0" hangingPunct="1">
              <a:lnSpc>
                <a:spcPct val="114000"/>
              </a:lnSpc>
              <a:spcBef>
                <a:spcPts val="125"/>
              </a:spcBef>
              <a:spcAft>
                <a:spcPts val="0"/>
              </a:spcAft>
              <a:buFont typeface="Trebuchet MS" pitchFamily="34" charset="0"/>
              <a:buChar char="»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4pPr>
            <a:lvl5pPr marL="914400" indent="-228600" algn="l" defTabSz="914354" rtl="0" eaLnBrk="1" latinLnBrk="0" hangingPunct="1">
              <a:lnSpc>
                <a:spcPct val="114000"/>
              </a:lnSpc>
              <a:spcBef>
                <a:spcPts val="125"/>
              </a:spcBef>
              <a:spcAft>
                <a:spcPts val="0"/>
              </a:spcAft>
              <a:buFont typeface="Trebuchet MS" pitchFamily="34" charset="0"/>
              <a:buChar char="›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5pPr>
            <a:lvl6pPr marL="1143000" indent="-228600" algn="l" defTabSz="914354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Font typeface="Trebuchet MS" pitchFamily="34" charset="0"/>
              <a:buChar char="◦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6pPr>
            <a:lvl7pPr marL="914400" indent="0" algn="l" defTabSz="91435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7pPr>
            <a:lvl8pPr marL="1143000" indent="-228600" algn="l" defTabSz="91435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Trebuchet MS" pitchFamily="34" charset="0"/>
              <a:buChar char="▫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8pPr>
            <a:lvl9pPr marL="1143000" indent="-228600" algn="l" defTabSz="91435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Trebuchet MS" pitchFamily="34" charset="0"/>
              <a:buChar char="▫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9pPr>
          </a:lstStyle>
          <a:p>
            <a:pPr lvl="0" algn="l"/>
            <a:r>
              <a:rPr lang="en-US" sz="1600" b="1">
                <a:solidFill>
                  <a:schemeClr val="tx1"/>
                </a:solidFill>
                <a:latin typeface="Rockwell"/>
              </a:rPr>
              <a:t>Absorb into</a:t>
            </a:r>
          </a:p>
        </p:txBody>
      </p:sp>
      <p:sp>
        <p:nvSpPr>
          <p:cNvPr id="1002" name="TextBox"/>
          <p:cNvSpPr txBox="1">
            <a:spLocks/>
          </p:cNvSpPr>
          <p:nvPr/>
        </p:nvSpPr>
        <p:spPr>
          <a:xfrm>
            <a:off x="6991073" y="1755720"/>
            <a:ext cx="4646191" cy="322945"/>
          </a:xfrm>
          <a:prstGeom prst="rect">
            <a:avLst/>
          </a:prstGeom>
          <a:noFill/>
        </p:spPr>
        <p:txBody>
          <a:bodyPr vert="horz" lIns="0" tIns="0" rIns="0" bIns="0" rtlCol="0" anchor="b">
            <a:noAutofit/>
          </a:bodyPr>
          <a:lstStyle>
            <a:lvl1pPr marL="0" indent="0" algn="l" defTabSz="914354" rtl="0" eaLnBrk="1" latinLnBrk="0" hangingPunct="1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None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1pPr>
            <a:lvl2pPr marL="228600" indent="-228600" algn="l" defTabSz="914354" rtl="0" eaLnBrk="1" latinLnBrk="0" hangingPunct="1">
              <a:lnSpc>
                <a:spcPct val="114000"/>
              </a:lnSpc>
              <a:spcBef>
                <a:spcPts val="250"/>
              </a:spcBef>
              <a:spcAft>
                <a:spcPts val="0"/>
              </a:spcAft>
              <a:buFont typeface="Trebuchet MS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2pPr>
            <a:lvl3pPr marL="457200" indent="-228600" algn="l" defTabSz="914354" rtl="0" eaLnBrk="1" latinLnBrk="0" hangingPunct="1">
              <a:lnSpc>
                <a:spcPct val="114000"/>
              </a:lnSpc>
              <a:spcBef>
                <a:spcPts val="125"/>
              </a:spcBef>
              <a:spcAft>
                <a:spcPts val="0"/>
              </a:spcAft>
              <a:buFont typeface="Trebuchet MS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3pPr>
            <a:lvl4pPr marL="685800" indent="-228600" algn="l" defTabSz="914354" rtl="0" eaLnBrk="1" latinLnBrk="0" hangingPunct="1">
              <a:lnSpc>
                <a:spcPct val="114000"/>
              </a:lnSpc>
              <a:spcBef>
                <a:spcPts val="125"/>
              </a:spcBef>
              <a:spcAft>
                <a:spcPts val="0"/>
              </a:spcAft>
              <a:buFont typeface="Trebuchet MS" pitchFamily="34" charset="0"/>
              <a:buChar char="»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4pPr>
            <a:lvl5pPr marL="914400" indent="-228600" algn="l" defTabSz="914354" rtl="0" eaLnBrk="1" latinLnBrk="0" hangingPunct="1">
              <a:lnSpc>
                <a:spcPct val="114000"/>
              </a:lnSpc>
              <a:spcBef>
                <a:spcPts val="125"/>
              </a:spcBef>
              <a:spcAft>
                <a:spcPts val="0"/>
              </a:spcAft>
              <a:buFont typeface="Trebuchet MS" pitchFamily="34" charset="0"/>
              <a:buChar char="›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5pPr>
            <a:lvl6pPr marL="1143000" indent="-228600" algn="l" defTabSz="914354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Font typeface="Trebuchet MS" pitchFamily="34" charset="0"/>
              <a:buChar char="◦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6pPr>
            <a:lvl7pPr marL="914400" indent="0" algn="l" defTabSz="91435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7pPr>
            <a:lvl8pPr marL="1143000" indent="-228600" algn="l" defTabSz="91435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Trebuchet MS" pitchFamily="34" charset="0"/>
              <a:buChar char="▫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8pPr>
            <a:lvl9pPr marL="1143000" indent="-228600" algn="l" defTabSz="91435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Trebuchet MS" pitchFamily="34" charset="0"/>
              <a:buChar char="▫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9pPr>
          </a:lstStyle>
          <a:p>
            <a:pPr lvl="0" algn="l"/>
            <a:r>
              <a:rPr lang="en-US" sz="1600" b="1">
                <a:solidFill>
                  <a:schemeClr val="tx1"/>
                </a:solidFill>
                <a:latin typeface="Rockwell"/>
              </a:rPr>
              <a:t>How</a:t>
            </a:r>
          </a:p>
        </p:txBody>
      </p:sp>
      <p:cxnSp>
        <p:nvCxnSpPr>
          <p:cNvPr id="1003" name="Line"/>
          <p:cNvCxnSpPr/>
          <p:nvPr/>
        </p:nvCxnSpPr>
        <p:spPr>
          <a:xfrm>
            <a:off x="554736" y="2124385"/>
            <a:ext cx="11082528" cy="0"/>
          </a:xfrm>
          <a:prstGeom prst="line">
            <a:avLst/>
          </a:prstGeom>
          <a:ln w="19050">
            <a:solidFill>
              <a:schemeClr val="tx1"/>
            </a:solidFill>
          </a:ln>
        </p:spPr>
      </p:cxnSp>
      <p:sp>
        <p:nvSpPr>
          <p:cNvPr id="1004" name="TextBox"/>
          <p:cNvSpPr txBox="1">
            <a:spLocks/>
          </p:cNvSpPr>
          <p:nvPr/>
        </p:nvSpPr>
        <p:spPr>
          <a:xfrm>
            <a:off x="554736" y="2170105"/>
            <a:ext cx="2356176" cy="628915"/>
          </a:xfrm>
          <a:prstGeom prst="rect">
            <a:avLst/>
          </a:prstGeom>
          <a:noFill/>
        </p:spPr>
        <p:txBody>
          <a:bodyPr vert="horz" lIns="0" tIns="0" rIns="0" bIns="0" rtlCol="0" anchor="t">
            <a:noAutofit/>
          </a:bodyPr>
          <a:lstStyle>
            <a:lvl1pPr marL="0" indent="0" algn="l" defTabSz="914354" rtl="0" eaLnBrk="1" latinLnBrk="0" hangingPunct="1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None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1pPr>
            <a:lvl2pPr marL="228600" indent="-228600" algn="l" defTabSz="914354" rtl="0" eaLnBrk="1" latinLnBrk="0" hangingPunct="1">
              <a:lnSpc>
                <a:spcPct val="114000"/>
              </a:lnSpc>
              <a:spcBef>
                <a:spcPts val="250"/>
              </a:spcBef>
              <a:spcAft>
                <a:spcPts val="0"/>
              </a:spcAft>
              <a:buFont typeface="Trebuchet MS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2pPr>
            <a:lvl3pPr marL="457200" indent="-228600" algn="l" defTabSz="914354" rtl="0" eaLnBrk="1" latinLnBrk="0" hangingPunct="1">
              <a:lnSpc>
                <a:spcPct val="114000"/>
              </a:lnSpc>
              <a:spcBef>
                <a:spcPts val="125"/>
              </a:spcBef>
              <a:spcAft>
                <a:spcPts val="0"/>
              </a:spcAft>
              <a:buFont typeface="Trebuchet MS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3pPr>
            <a:lvl4pPr marL="685800" indent="-228600" algn="l" defTabSz="914354" rtl="0" eaLnBrk="1" latinLnBrk="0" hangingPunct="1">
              <a:lnSpc>
                <a:spcPct val="114000"/>
              </a:lnSpc>
              <a:spcBef>
                <a:spcPts val="125"/>
              </a:spcBef>
              <a:spcAft>
                <a:spcPts val="0"/>
              </a:spcAft>
              <a:buFont typeface="Trebuchet MS" pitchFamily="34" charset="0"/>
              <a:buChar char="»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4pPr>
            <a:lvl5pPr marL="914400" indent="-228600" algn="l" defTabSz="914354" rtl="0" eaLnBrk="1" latinLnBrk="0" hangingPunct="1">
              <a:lnSpc>
                <a:spcPct val="114000"/>
              </a:lnSpc>
              <a:spcBef>
                <a:spcPts val="125"/>
              </a:spcBef>
              <a:spcAft>
                <a:spcPts val="0"/>
              </a:spcAft>
              <a:buFont typeface="Trebuchet MS" pitchFamily="34" charset="0"/>
              <a:buChar char="›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5pPr>
            <a:lvl6pPr marL="1143000" indent="-228600" algn="l" defTabSz="914354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Font typeface="Trebuchet MS" pitchFamily="34" charset="0"/>
              <a:buChar char="◦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6pPr>
            <a:lvl7pPr marL="914400" indent="0" algn="l" defTabSz="91435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7pPr>
            <a:lvl8pPr marL="1143000" indent="-228600" algn="l" defTabSz="91435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Trebuchet MS" pitchFamily="34" charset="0"/>
              <a:buChar char="▫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8pPr>
            <a:lvl9pPr marL="1143000" indent="-228600" algn="l" defTabSz="91435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Trebuchet MS" pitchFamily="34" charset="0"/>
              <a:buChar char="▫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9pPr>
          </a:lstStyle>
          <a:p>
            <a:pPr lvl="0" algn="l"/>
            <a:r>
              <a:rPr lang="en-US" sz="1600" b="1">
                <a:solidFill>
                  <a:schemeClr val="accent1"/>
                </a:solidFill>
                <a:latin typeface="Rockwell"/>
              </a:rPr>
              <a:t>get_range_as_csv</a:t>
            </a:r>
          </a:p>
        </p:txBody>
      </p:sp>
      <p:sp>
        <p:nvSpPr>
          <p:cNvPr id="1005" name="TextBox"/>
          <p:cNvSpPr txBox="1">
            <a:spLocks/>
          </p:cNvSpPr>
          <p:nvPr/>
        </p:nvSpPr>
        <p:spPr>
          <a:xfrm>
            <a:off x="554736" y="2890460"/>
            <a:ext cx="2356176" cy="628915"/>
          </a:xfrm>
          <a:prstGeom prst="rect">
            <a:avLst/>
          </a:prstGeom>
          <a:noFill/>
        </p:spPr>
        <p:txBody>
          <a:bodyPr vert="horz" lIns="0" tIns="0" rIns="0" bIns="0" rtlCol="0" anchor="t">
            <a:noAutofit/>
          </a:bodyPr>
          <a:lstStyle>
            <a:lvl1pPr marL="0" indent="0" algn="l" defTabSz="914354" rtl="0" eaLnBrk="1" latinLnBrk="0" hangingPunct="1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None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1pPr>
            <a:lvl2pPr marL="228600" indent="-228600" algn="l" defTabSz="914354" rtl="0" eaLnBrk="1" latinLnBrk="0" hangingPunct="1">
              <a:lnSpc>
                <a:spcPct val="114000"/>
              </a:lnSpc>
              <a:spcBef>
                <a:spcPts val="250"/>
              </a:spcBef>
              <a:spcAft>
                <a:spcPts val="0"/>
              </a:spcAft>
              <a:buFont typeface="Trebuchet MS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2pPr>
            <a:lvl3pPr marL="457200" indent="-228600" algn="l" defTabSz="914354" rtl="0" eaLnBrk="1" latinLnBrk="0" hangingPunct="1">
              <a:lnSpc>
                <a:spcPct val="114000"/>
              </a:lnSpc>
              <a:spcBef>
                <a:spcPts val="125"/>
              </a:spcBef>
              <a:spcAft>
                <a:spcPts val="0"/>
              </a:spcAft>
              <a:buFont typeface="Trebuchet MS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3pPr>
            <a:lvl4pPr marL="685800" indent="-228600" algn="l" defTabSz="914354" rtl="0" eaLnBrk="1" latinLnBrk="0" hangingPunct="1">
              <a:lnSpc>
                <a:spcPct val="114000"/>
              </a:lnSpc>
              <a:spcBef>
                <a:spcPts val="125"/>
              </a:spcBef>
              <a:spcAft>
                <a:spcPts val="0"/>
              </a:spcAft>
              <a:buFont typeface="Trebuchet MS" pitchFamily="34" charset="0"/>
              <a:buChar char="»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4pPr>
            <a:lvl5pPr marL="914400" indent="-228600" algn="l" defTabSz="914354" rtl="0" eaLnBrk="1" latinLnBrk="0" hangingPunct="1">
              <a:lnSpc>
                <a:spcPct val="114000"/>
              </a:lnSpc>
              <a:spcBef>
                <a:spcPts val="125"/>
              </a:spcBef>
              <a:spcAft>
                <a:spcPts val="0"/>
              </a:spcAft>
              <a:buFont typeface="Trebuchet MS" pitchFamily="34" charset="0"/>
              <a:buChar char="›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5pPr>
            <a:lvl6pPr marL="1143000" indent="-228600" algn="l" defTabSz="914354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Font typeface="Trebuchet MS" pitchFamily="34" charset="0"/>
              <a:buChar char="◦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6pPr>
            <a:lvl7pPr marL="914400" indent="0" algn="l" defTabSz="91435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7pPr>
            <a:lvl8pPr marL="1143000" indent="-228600" algn="l" defTabSz="91435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Trebuchet MS" pitchFamily="34" charset="0"/>
              <a:buChar char="▫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8pPr>
            <a:lvl9pPr marL="1143000" indent="-228600" algn="l" defTabSz="91435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Trebuchet MS" pitchFamily="34" charset="0"/>
              <a:buChar char="▫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9pPr>
          </a:lstStyle>
          <a:p>
            <a:pPr lvl="0" algn="l"/>
            <a:r>
              <a:rPr lang="en-US" sz="1600" b="1">
                <a:solidFill>
                  <a:schemeClr val="accent1"/>
                </a:solidFill>
                <a:latin typeface="Rockwell"/>
              </a:rPr>
              <a:t>read_selection</a:t>
            </a:r>
          </a:p>
        </p:txBody>
      </p:sp>
      <p:sp>
        <p:nvSpPr>
          <p:cNvPr id="1006" name="TextBox"/>
          <p:cNvSpPr txBox="1">
            <a:spLocks/>
          </p:cNvSpPr>
          <p:nvPr/>
        </p:nvSpPr>
        <p:spPr>
          <a:xfrm>
            <a:off x="554736" y="3610815"/>
            <a:ext cx="2356176" cy="628915"/>
          </a:xfrm>
          <a:prstGeom prst="rect">
            <a:avLst/>
          </a:prstGeom>
          <a:noFill/>
        </p:spPr>
        <p:txBody>
          <a:bodyPr vert="horz" lIns="0" tIns="0" rIns="0" bIns="0" rtlCol="0" anchor="t">
            <a:noAutofit/>
          </a:bodyPr>
          <a:lstStyle>
            <a:lvl1pPr marL="0" indent="0" algn="l" defTabSz="914354" rtl="0" eaLnBrk="1" latinLnBrk="0" hangingPunct="1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None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1pPr>
            <a:lvl2pPr marL="228600" indent="-228600" algn="l" defTabSz="914354" rtl="0" eaLnBrk="1" latinLnBrk="0" hangingPunct="1">
              <a:lnSpc>
                <a:spcPct val="114000"/>
              </a:lnSpc>
              <a:spcBef>
                <a:spcPts val="250"/>
              </a:spcBef>
              <a:spcAft>
                <a:spcPts val="0"/>
              </a:spcAft>
              <a:buFont typeface="Trebuchet MS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2pPr>
            <a:lvl3pPr marL="457200" indent="-228600" algn="l" defTabSz="914354" rtl="0" eaLnBrk="1" latinLnBrk="0" hangingPunct="1">
              <a:lnSpc>
                <a:spcPct val="114000"/>
              </a:lnSpc>
              <a:spcBef>
                <a:spcPts val="125"/>
              </a:spcBef>
              <a:spcAft>
                <a:spcPts val="0"/>
              </a:spcAft>
              <a:buFont typeface="Trebuchet MS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3pPr>
            <a:lvl4pPr marL="685800" indent="-228600" algn="l" defTabSz="914354" rtl="0" eaLnBrk="1" latinLnBrk="0" hangingPunct="1">
              <a:lnSpc>
                <a:spcPct val="114000"/>
              </a:lnSpc>
              <a:spcBef>
                <a:spcPts val="125"/>
              </a:spcBef>
              <a:spcAft>
                <a:spcPts val="0"/>
              </a:spcAft>
              <a:buFont typeface="Trebuchet MS" pitchFamily="34" charset="0"/>
              <a:buChar char="»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4pPr>
            <a:lvl5pPr marL="914400" indent="-228600" algn="l" defTabSz="914354" rtl="0" eaLnBrk="1" latinLnBrk="0" hangingPunct="1">
              <a:lnSpc>
                <a:spcPct val="114000"/>
              </a:lnSpc>
              <a:spcBef>
                <a:spcPts val="125"/>
              </a:spcBef>
              <a:spcAft>
                <a:spcPts val="0"/>
              </a:spcAft>
              <a:buFont typeface="Trebuchet MS" pitchFamily="34" charset="0"/>
              <a:buChar char="›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5pPr>
            <a:lvl6pPr marL="1143000" indent="-228600" algn="l" defTabSz="914354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Font typeface="Trebuchet MS" pitchFamily="34" charset="0"/>
              <a:buChar char="◦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6pPr>
            <a:lvl7pPr marL="914400" indent="0" algn="l" defTabSz="91435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7pPr>
            <a:lvl8pPr marL="1143000" indent="-228600" algn="l" defTabSz="91435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Trebuchet MS" pitchFamily="34" charset="0"/>
              <a:buChar char="▫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8pPr>
            <a:lvl9pPr marL="1143000" indent="-228600" algn="l" defTabSz="91435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Trebuchet MS" pitchFamily="34" charset="0"/>
              <a:buChar char="▫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9pPr>
          </a:lstStyle>
          <a:p>
            <a:pPr lvl="0" algn="l"/>
            <a:r>
              <a:rPr lang="en-US" sz="1600" b="1">
                <a:solidFill>
                  <a:schemeClr val="accent1"/>
                </a:solidFill>
                <a:latin typeface="Rockwell"/>
              </a:rPr>
              <a:t>get_all_objects</a:t>
            </a:r>
          </a:p>
        </p:txBody>
      </p:sp>
      <p:sp>
        <p:nvSpPr>
          <p:cNvPr id="1007" name="TextBox"/>
          <p:cNvSpPr txBox="1">
            <a:spLocks/>
          </p:cNvSpPr>
          <p:nvPr/>
        </p:nvSpPr>
        <p:spPr>
          <a:xfrm>
            <a:off x="554736" y="4331170"/>
            <a:ext cx="2356176" cy="628915"/>
          </a:xfrm>
          <a:prstGeom prst="rect">
            <a:avLst/>
          </a:prstGeom>
          <a:noFill/>
        </p:spPr>
        <p:txBody>
          <a:bodyPr vert="horz" lIns="0" tIns="0" rIns="0" bIns="0" rtlCol="0" anchor="t">
            <a:noAutofit/>
          </a:bodyPr>
          <a:lstStyle>
            <a:lvl1pPr marL="0" indent="0" algn="l" defTabSz="914354" rtl="0" eaLnBrk="1" latinLnBrk="0" hangingPunct="1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None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1pPr>
            <a:lvl2pPr marL="228600" indent="-228600" algn="l" defTabSz="914354" rtl="0" eaLnBrk="1" latinLnBrk="0" hangingPunct="1">
              <a:lnSpc>
                <a:spcPct val="114000"/>
              </a:lnSpc>
              <a:spcBef>
                <a:spcPts val="250"/>
              </a:spcBef>
              <a:spcAft>
                <a:spcPts val="0"/>
              </a:spcAft>
              <a:buFont typeface="Trebuchet MS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2pPr>
            <a:lvl3pPr marL="457200" indent="-228600" algn="l" defTabSz="914354" rtl="0" eaLnBrk="1" latinLnBrk="0" hangingPunct="1">
              <a:lnSpc>
                <a:spcPct val="114000"/>
              </a:lnSpc>
              <a:spcBef>
                <a:spcPts val="125"/>
              </a:spcBef>
              <a:spcAft>
                <a:spcPts val="0"/>
              </a:spcAft>
              <a:buFont typeface="Trebuchet MS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3pPr>
            <a:lvl4pPr marL="685800" indent="-228600" algn="l" defTabSz="914354" rtl="0" eaLnBrk="1" latinLnBrk="0" hangingPunct="1">
              <a:lnSpc>
                <a:spcPct val="114000"/>
              </a:lnSpc>
              <a:spcBef>
                <a:spcPts val="125"/>
              </a:spcBef>
              <a:spcAft>
                <a:spcPts val="0"/>
              </a:spcAft>
              <a:buFont typeface="Trebuchet MS" pitchFamily="34" charset="0"/>
              <a:buChar char="»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4pPr>
            <a:lvl5pPr marL="914400" indent="-228600" algn="l" defTabSz="914354" rtl="0" eaLnBrk="1" latinLnBrk="0" hangingPunct="1">
              <a:lnSpc>
                <a:spcPct val="114000"/>
              </a:lnSpc>
              <a:spcBef>
                <a:spcPts val="125"/>
              </a:spcBef>
              <a:spcAft>
                <a:spcPts val="0"/>
              </a:spcAft>
              <a:buFont typeface="Trebuchet MS" pitchFamily="34" charset="0"/>
              <a:buChar char="›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5pPr>
            <a:lvl6pPr marL="1143000" indent="-228600" algn="l" defTabSz="914354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Font typeface="Trebuchet MS" pitchFamily="34" charset="0"/>
              <a:buChar char="◦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6pPr>
            <a:lvl7pPr marL="914400" indent="0" algn="l" defTabSz="91435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7pPr>
            <a:lvl8pPr marL="1143000" indent="-228600" algn="l" defTabSz="91435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Trebuchet MS" pitchFamily="34" charset="0"/>
              <a:buChar char="▫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8pPr>
            <a:lvl9pPr marL="1143000" indent="-228600" algn="l" defTabSz="91435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Trebuchet MS" pitchFamily="34" charset="0"/>
              <a:buChar char="▫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9pPr>
          </a:lstStyle>
          <a:p>
            <a:pPr lvl="0" algn="l"/>
            <a:r>
              <a:rPr lang="en-US" sz="1600" b="1">
                <a:solidFill>
                  <a:schemeClr val="accent1"/>
                </a:solidFill>
                <a:latin typeface="Rockwell"/>
              </a:rPr>
              <a:t>get_recent_changes</a:t>
            </a:r>
          </a:p>
        </p:txBody>
      </p:sp>
      <p:sp>
        <p:nvSpPr>
          <p:cNvPr id="1008" name="TextBox"/>
          <p:cNvSpPr txBox="1">
            <a:spLocks/>
          </p:cNvSpPr>
          <p:nvPr/>
        </p:nvSpPr>
        <p:spPr>
          <a:xfrm>
            <a:off x="554736" y="5051525"/>
            <a:ext cx="2356176" cy="628915"/>
          </a:xfrm>
          <a:prstGeom prst="rect">
            <a:avLst/>
          </a:prstGeom>
          <a:noFill/>
        </p:spPr>
        <p:txBody>
          <a:bodyPr vert="horz" lIns="0" tIns="0" rIns="0" bIns="0" rtlCol="0" anchor="t">
            <a:noAutofit/>
          </a:bodyPr>
          <a:lstStyle>
            <a:lvl1pPr marL="0" indent="0" algn="l" defTabSz="914354" rtl="0" eaLnBrk="1" latinLnBrk="0" hangingPunct="1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None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1pPr>
            <a:lvl2pPr marL="228600" indent="-228600" algn="l" defTabSz="914354" rtl="0" eaLnBrk="1" latinLnBrk="0" hangingPunct="1">
              <a:lnSpc>
                <a:spcPct val="114000"/>
              </a:lnSpc>
              <a:spcBef>
                <a:spcPts val="250"/>
              </a:spcBef>
              <a:spcAft>
                <a:spcPts val="0"/>
              </a:spcAft>
              <a:buFont typeface="Trebuchet MS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2pPr>
            <a:lvl3pPr marL="457200" indent="-228600" algn="l" defTabSz="914354" rtl="0" eaLnBrk="1" latinLnBrk="0" hangingPunct="1">
              <a:lnSpc>
                <a:spcPct val="114000"/>
              </a:lnSpc>
              <a:spcBef>
                <a:spcPts val="125"/>
              </a:spcBef>
              <a:spcAft>
                <a:spcPts val="0"/>
              </a:spcAft>
              <a:buFont typeface="Trebuchet MS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3pPr>
            <a:lvl4pPr marL="685800" indent="-228600" algn="l" defTabSz="914354" rtl="0" eaLnBrk="1" latinLnBrk="0" hangingPunct="1">
              <a:lnSpc>
                <a:spcPct val="114000"/>
              </a:lnSpc>
              <a:spcBef>
                <a:spcPts val="125"/>
              </a:spcBef>
              <a:spcAft>
                <a:spcPts val="0"/>
              </a:spcAft>
              <a:buFont typeface="Trebuchet MS" pitchFamily="34" charset="0"/>
              <a:buChar char="»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4pPr>
            <a:lvl5pPr marL="914400" indent="-228600" algn="l" defTabSz="914354" rtl="0" eaLnBrk="1" latinLnBrk="0" hangingPunct="1">
              <a:lnSpc>
                <a:spcPct val="114000"/>
              </a:lnSpc>
              <a:spcBef>
                <a:spcPts val="125"/>
              </a:spcBef>
              <a:spcAft>
                <a:spcPts val="0"/>
              </a:spcAft>
              <a:buFont typeface="Trebuchet MS" pitchFamily="34" charset="0"/>
              <a:buChar char="›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5pPr>
            <a:lvl6pPr marL="1143000" indent="-228600" algn="l" defTabSz="914354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Font typeface="Trebuchet MS" pitchFamily="34" charset="0"/>
              <a:buChar char="◦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6pPr>
            <a:lvl7pPr marL="914400" indent="0" algn="l" defTabSz="91435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7pPr>
            <a:lvl8pPr marL="1143000" indent="-228600" algn="l" defTabSz="91435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Trebuchet MS" pitchFamily="34" charset="0"/>
              <a:buChar char="▫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8pPr>
            <a:lvl9pPr marL="1143000" indent="-228600" algn="l" defTabSz="91435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Trebuchet MS" pitchFamily="34" charset="0"/>
              <a:buChar char="▫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9pPr>
          </a:lstStyle>
          <a:p>
            <a:pPr lvl="0" algn="l"/>
            <a:r>
              <a:rPr lang="en-US" sz="1600" b="1">
                <a:solidFill>
                  <a:schemeClr val="accent1"/>
                </a:solidFill>
                <a:latin typeface="Rockwell"/>
              </a:rPr>
              <a:t>find_by_label (#7)</a:t>
            </a:r>
          </a:p>
        </p:txBody>
      </p:sp>
      <p:sp>
        <p:nvSpPr>
          <p:cNvPr id="1009" name="TextBox"/>
          <p:cNvSpPr txBox="1">
            <a:spLocks/>
          </p:cNvSpPr>
          <p:nvPr/>
        </p:nvSpPr>
        <p:spPr>
          <a:xfrm>
            <a:off x="554736" y="5771880"/>
            <a:ext cx="2356176" cy="628920"/>
          </a:xfrm>
          <a:prstGeom prst="rect">
            <a:avLst/>
          </a:prstGeom>
          <a:noFill/>
        </p:spPr>
        <p:txBody>
          <a:bodyPr vert="horz" lIns="0" tIns="0" rIns="0" bIns="0" rtlCol="0" anchor="t">
            <a:noAutofit/>
          </a:bodyPr>
          <a:lstStyle>
            <a:lvl1pPr marL="0" indent="0" algn="l" defTabSz="914354" rtl="0" eaLnBrk="1" latinLnBrk="0" hangingPunct="1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None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1pPr>
            <a:lvl2pPr marL="228600" indent="-228600" algn="l" defTabSz="914354" rtl="0" eaLnBrk="1" latinLnBrk="0" hangingPunct="1">
              <a:lnSpc>
                <a:spcPct val="114000"/>
              </a:lnSpc>
              <a:spcBef>
                <a:spcPts val="250"/>
              </a:spcBef>
              <a:spcAft>
                <a:spcPts val="0"/>
              </a:spcAft>
              <a:buFont typeface="Trebuchet MS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2pPr>
            <a:lvl3pPr marL="457200" indent="-228600" algn="l" defTabSz="914354" rtl="0" eaLnBrk="1" latinLnBrk="0" hangingPunct="1">
              <a:lnSpc>
                <a:spcPct val="114000"/>
              </a:lnSpc>
              <a:spcBef>
                <a:spcPts val="125"/>
              </a:spcBef>
              <a:spcAft>
                <a:spcPts val="0"/>
              </a:spcAft>
              <a:buFont typeface="Trebuchet MS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3pPr>
            <a:lvl4pPr marL="685800" indent="-228600" algn="l" defTabSz="914354" rtl="0" eaLnBrk="1" latinLnBrk="0" hangingPunct="1">
              <a:lnSpc>
                <a:spcPct val="114000"/>
              </a:lnSpc>
              <a:spcBef>
                <a:spcPts val="125"/>
              </a:spcBef>
              <a:spcAft>
                <a:spcPts val="0"/>
              </a:spcAft>
              <a:buFont typeface="Trebuchet MS" pitchFamily="34" charset="0"/>
              <a:buChar char="»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4pPr>
            <a:lvl5pPr marL="914400" indent="-228600" algn="l" defTabSz="914354" rtl="0" eaLnBrk="1" latinLnBrk="0" hangingPunct="1">
              <a:lnSpc>
                <a:spcPct val="114000"/>
              </a:lnSpc>
              <a:spcBef>
                <a:spcPts val="125"/>
              </a:spcBef>
              <a:spcAft>
                <a:spcPts val="0"/>
              </a:spcAft>
              <a:buFont typeface="Trebuchet MS" pitchFamily="34" charset="0"/>
              <a:buChar char="›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5pPr>
            <a:lvl6pPr marL="1143000" indent="-228600" algn="l" defTabSz="914354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Font typeface="Trebuchet MS" pitchFamily="34" charset="0"/>
              <a:buChar char="◦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6pPr>
            <a:lvl7pPr marL="914400" indent="0" algn="l" defTabSz="91435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7pPr>
            <a:lvl8pPr marL="1143000" indent="-228600" algn="l" defTabSz="91435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Trebuchet MS" pitchFamily="34" charset="0"/>
              <a:buChar char="▫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8pPr>
            <a:lvl9pPr marL="1143000" indent="-228600" algn="l" defTabSz="91435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Trebuchet MS" pitchFamily="34" charset="0"/>
              <a:buChar char="▫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9pPr>
          </a:lstStyle>
          <a:p>
            <a:pPr lvl="0" algn="l"/>
            <a:r>
              <a:rPr lang="en-US" sz="1600" b="1">
                <a:solidFill>
                  <a:schemeClr val="accent1"/>
                </a:solidFill>
                <a:latin typeface="Rockwell"/>
              </a:rPr>
              <a:t>get_sheet_summary (#8)</a:t>
            </a:r>
          </a:p>
        </p:txBody>
      </p:sp>
      <p:sp>
        <p:nvSpPr>
          <p:cNvPr id="1010" name="TextBox"/>
          <p:cNvSpPr txBox="1">
            <a:spLocks/>
          </p:cNvSpPr>
          <p:nvPr/>
        </p:nvSpPr>
        <p:spPr>
          <a:xfrm>
            <a:off x="3048072" y="2170105"/>
            <a:ext cx="3851561" cy="628915"/>
          </a:xfrm>
          <a:prstGeom prst="rect">
            <a:avLst/>
          </a:prstGeom>
          <a:noFill/>
        </p:spPr>
        <p:txBody>
          <a:bodyPr vert="horz" lIns="0" tIns="0" rIns="0" bIns="0" rtlCol="0" anchor="t">
            <a:noAutofit/>
          </a:bodyPr>
          <a:lstStyle>
            <a:lvl1pPr marL="0" indent="0" algn="l" defTabSz="914354" rtl="0" eaLnBrk="1" latinLnBrk="0" hangingPunct="1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None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1pPr>
            <a:lvl2pPr marL="228600" indent="-228600" algn="l" defTabSz="914354" rtl="0" eaLnBrk="1" latinLnBrk="0" hangingPunct="1">
              <a:lnSpc>
                <a:spcPct val="114000"/>
              </a:lnSpc>
              <a:spcBef>
                <a:spcPts val="250"/>
              </a:spcBef>
              <a:spcAft>
                <a:spcPts val="0"/>
              </a:spcAft>
              <a:buFont typeface="Trebuchet MS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2pPr>
            <a:lvl3pPr marL="457200" indent="-228600" algn="l" defTabSz="914354" rtl="0" eaLnBrk="1" latinLnBrk="0" hangingPunct="1">
              <a:lnSpc>
                <a:spcPct val="114000"/>
              </a:lnSpc>
              <a:spcBef>
                <a:spcPts val="125"/>
              </a:spcBef>
              <a:spcAft>
                <a:spcPts val="0"/>
              </a:spcAft>
              <a:buFont typeface="Trebuchet MS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3pPr>
            <a:lvl4pPr marL="685800" indent="-228600" algn="l" defTabSz="914354" rtl="0" eaLnBrk="1" latinLnBrk="0" hangingPunct="1">
              <a:lnSpc>
                <a:spcPct val="114000"/>
              </a:lnSpc>
              <a:spcBef>
                <a:spcPts val="125"/>
              </a:spcBef>
              <a:spcAft>
                <a:spcPts val="0"/>
              </a:spcAft>
              <a:buFont typeface="Trebuchet MS" pitchFamily="34" charset="0"/>
              <a:buChar char="»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4pPr>
            <a:lvl5pPr marL="914400" indent="-228600" algn="l" defTabSz="914354" rtl="0" eaLnBrk="1" latinLnBrk="0" hangingPunct="1">
              <a:lnSpc>
                <a:spcPct val="114000"/>
              </a:lnSpc>
              <a:spcBef>
                <a:spcPts val="125"/>
              </a:spcBef>
              <a:spcAft>
                <a:spcPts val="0"/>
              </a:spcAft>
              <a:buFont typeface="Trebuchet MS" pitchFamily="34" charset="0"/>
              <a:buChar char="›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5pPr>
            <a:lvl6pPr marL="1143000" indent="-228600" algn="l" defTabSz="914354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Font typeface="Trebuchet MS" pitchFamily="34" charset="0"/>
              <a:buChar char="◦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6pPr>
            <a:lvl7pPr marL="914400" indent="0" algn="l" defTabSz="91435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7pPr>
            <a:lvl8pPr marL="1143000" indent="-228600" algn="l" defTabSz="91435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Trebuchet MS" pitchFamily="34" charset="0"/>
              <a:buChar char="▫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8pPr>
            <a:lvl9pPr marL="1143000" indent="-228600" algn="l" defTabSz="91435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Trebuchet MS" pitchFamily="34" charset="0"/>
              <a:buChar char="▫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9pPr>
          </a:lstStyle>
          <a:p>
            <a:pPr lvl="0" algn="l"/>
            <a:r>
              <a:rPr lang="en-US" sz="1400">
                <a:solidFill>
                  <a:schemeClr val="tx1"/>
                </a:solidFill>
                <a:latin typeface="Trebuchet MS"/>
              </a:rPr>
              <a:t>read_range</a:t>
            </a:r>
          </a:p>
        </p:txBody>
      </p:sp>
      <p:sp>
        <p:nvSpPr>
          <p:cNvPr id="1011" name="TextBox"/>
          <p:cNvSpPr txBox="1">
            <a:spLocks/>
          </p:cNvSpPr>
          <p:nvPr/>
        </p:nvSpPr>
        <p:spPr>
          <a:xfrm>
            <a:off x="6991073" y="2170105"/>
            <a:ext cx="4646191" cy="628915"/>
          </a:xfrm>
          <a:prstGeom prst="rect">
            <a:avLst/>
          </a:prstGeom>
          <a:noFill/>
        </p:spPr>
        <p:txBody>
          <a:bodyPr vert="horz" lIns="0" tIns="0" rIns="0" bIns="0" rtlCol="0" anchor="t">
            <a:noAutofit/>
          </a:bodyPr>
          <a:lstStyle>
            <a:lvl1pPr marL="0" indent="0" algn="l" defTabSz="914354" rtl="0" eaLnBrk="1" latinLnBrk="0" hangingPunct="1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None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1pPr>
            <a:lvl2pPr marL="228600" indent="-228600" algn="l" defTabSz="914354" rtl="0" eaLnBrk="1" latinLnBrk="0" hangingPunct="1">
              <a:lnSpc>
                <a:spcPct val="114000"/>
              </a:lnSpc>
              <a:spcBef>
                <a:spcPts val="250"/>
              </a:spcBef>
              <a:spcAft>
                <a:spcPts val="0"/>
              </a:spcAft>
              <a:buFont typeface="Trebuchet MS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2pPr>
            <a:lvl3pPr marL="457200" indent="-228600" algn="l" defTabSz="914354" rtl="0" eaLnBrk="1" latinLnBrk="0" hangingPunct="1">
              <a:lnSpc>
                <a:spcPct val="114000"/>
              </a:lnSpc>
              <a:spcBef>
                <a:spcPts val="125"/>
              </a:spcBef>
              <a:spcAft>
                <a:spcPts val="0"/>
              </a:spcAft>
              <a:buFont typeface="Trebuchet MS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3pPr>
            <a:lvl4pPr marL="685800" indent="-228600" algn="l" defTabSz="914354" rtl="0" eaLnBrk="1" latinLnBrk="0" hangingPunct="1">
              <a:lnSpc>
                <a:spcPct val="114000"/>
              </a:lnSpc>
              <a:spcBef>
                <a:spcPts val="125"/>
              </a:spcBef>
              <a:spcAft>
                <a:spcPts val="0"/>
              </a:spcAft>
              <a:buFont typeface="Trebuchet MS" pitchFamily="34" charset="0"/>
              <a:buChar char="»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4pPr>
            <a:lvl5pPr marL="914400" indent="-228600" algn="l" defTabSz="914354" rtl="0" eaLnBrk="1" latinLnBrk="0" hangingPunct="1">
              <a:lnSpc>
                <a:spcPct val="114000"/>
              </a:lnSpc>
              <a:spcBef>
                <a:spcPts val="125"/>
              </a:spcBef>
              <a:spcAft>
                <a:spcPts val="0"/>
              </a:spcAft>
              <a:buFont typeface="Trebuchet MS" pitchFamily="34" charset="0"/>
              <a:buChar char="›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5pPr>
            <a:lvl6pPr marL="1143000" indent="-228600" algn="l" defTabSz="914354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Font typeface="Trebuchet MS" pitchFamily="34" charset="0"/>
              <a:buChar char="◦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6pPr>
            <a:lvl7pPr marL="914400" indent="0" algn="l" defTabSz="91435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7pPr>
            <a:lvl8pPr marL="1143000" indent="-228600" algn="l" defTabSz="91435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Trebuchet MS" pitchFamily="34" charset="0"/>
              <a:buChar char="▫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8pPr>
            <a:lvl9pPr marL="1143000" indent="-228600" algn="l" defTabSz="91435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Trebuchet MS" pitchFamily="34" charset="0"/>
              <a:buChar char="▫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9pPr>
          </a:lstStyle>
          <a:p>
            <a:pPr lvl="0" algn="l"/>
            <a:r>
              <a:rPr lang="en-US" sz="1400">
                <a:solidFill>
                  <a:schemeClr val="tx1"/>
                </a:solidFill>
                <a:latin typeface="Trebuchet MS"/>
              </a:rPr>
              <a:t>Add format: table | csv | detailed</a:t>
            </a:r>
          </a:p>
        </p:txBody>
      </p:sp>
      <p:sp>
        <p:nvSpPr>
          <p:cNvPr id="1012" name="TextBox"/>
          <p:cNvSpPr txBox="1">
            <a:spLocks/>
          </p:cNvSpPr>
          <p:nvPr/>
        </p:nvSpPr>
        <p:spPr>
          <a:xfrm>
            <a:off x="3048072" y="2890460"/>
            <a:ext cx="3851561" cy="628915"/>
          </a:xfrm>
          <a:prstGeom prst="rect">
            <a:avLst/>
          </a:prstGeom>
          <a:noFill/>
        </p:spPr>
        <p:txBody>
          <a:bodyPr vert="horz" lIns="0" tIns="0" rIns="0" bIns="0" rtlCol="0" anchor="t">
            <a:noAutofit/>
          </a:bodyPr>
          <a:lstStyle>
            <a:lvl1pPr marL="0" indent="0" algn="l" defTabSz="914354" rtl="0" eaLnBrk="1" latinLnBrk="0" hangingPunct="1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None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1pPr>
            <a:lvl2pPr marL="228600" indent="-228600" algn="l" defTabSz="914354" rtl="0" eaLnBrk="1" latinLnBrk="0" hangingPunct="1">
              <a:lnSpc>
                <a:spcPct val="114000"/>
              </a:lnSpc>
              <a:spcBef>
                <a:spcPts val="250"/>
              </a:spcBef>
              <a:spcAft>
                <a:spcPts val="0"/>
              </a:spcAft>
              <a:buFont typeface="Trebuchet MS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2pPr>
            <a:lvl3pPr marL="457200" indent="-228600" algn="l" defTabSz="914354" rtl="0" eaLnBrk="1" latinLnBrk="0" hangingPunct="1">
              <a:lnSpc>
                <a:spcPct val="114000"/>
              </a:lnSpc>
              <a:spcBef>
                <a:spcPts val="125"/>
              </a:spcBef>
              <a:spcAft>
                <a:spcPts val="0"/>
              </a:spcAft>
              <a:buFont typeface="Trebuchet MS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3pPr>
            <a:lvl4pPr marL="685800" indent="-228600" algn="l" defTabSz="914354" rtl="0" eaLnBrk="1" latinLnBrk="0" hangingPunct="1">
              <a:lnSpc>
                <a:spcPct val="114000"/>
              </a:lnSpc>
              <a:spcBef>
                <a:spcPts val="125"/>
              </a:spcBef>
              <a:spcAft>
                <a:spcPts val="0"/>
              </a:spcAft>
              <a:buFont typeface="Trebuchet MS" pitchFamily="34" charset="0"/>
              <a:buChar char="»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4pPr>
            <a:lvl5pPr marL="914400" indent="-228600" algn="l" defTabSz="914354" rtl="0" eaLnBrk="1" latinLnBrk="0" hangingPunct="1">
              <a:lnSpc>
                <a:spcPct val="114000"/>
              </a:lnSpc>
              <a:spcBef>
                <a:spcPts val="125"/>
              </a:spcBef>
              <a:spcAft>
                <a:spcPts val="0"/>
              </a:spcAft>
              <a:buFont typeface="Trebuchet MS" pitchFamily="34" charset="0"/>
              <a:buChar char="›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5pPr>
            <a:lvl6pPr marL="1143000" indent="-228600" algn="l" defTabSz="914354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Font typeface="Trebuchet MS" pitchFamily="34" charset="0"/>
              <a:buChar char="◦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6pPr>
            <a:lvl7pPr marL="914400" indent="0" algn="l" defTabSz="91435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7pPr>
            <a:lvl8pPr marL="1143000" indent="-228600" algn="l" defTabSz="91435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Trebuchet MS" pitchFamily="34" charset="0"/>
              <a:buChar char="▫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8pPr>
            <a:lvl9pPr marL="1143000" indent="-228600" algn="l" defTabSz="91435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Trebuchet MS" pitchFamily="34" charset="0"/>
              <a:buChar char="▫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9pPr>
          </a:lstStyle>
          <a:p>
            <a:pPr lvl="0" algn="l"/>
            <a:r>
              <a:rPr lang="en-US" sz="1400">
                <a:solidFill>
                  <a:schemeClr val="tx1"/>
                </a:solidFill>
                <a:latin typeface="Trebuchet MS"/>
              </a:rPr>
              <a:t>Auto-context</a:t>
            </a:r>
          </a:p>
        </p:txBody>
      </p:sp>
      <p:sp>
        <p:nvSpPr>
          <p:cNvPr id="1013" name="TextBox"/>
          <p:cNvSpPr txBox="1">
            <a:spLocks/>
          </p:cNvSpPr>
          <p:nvPr/>
        </p:nvSpPr>
        <p:spPr>
          <a:xfrm>
            <a:off x="6991073" y="2890460"/>
            <a:ext cx="4646191" cy="628915"/>
          </a:xfrm>
          <a:prstGeom prst="rect">
            <a:avLst/>
          </a:prstGeom>
          <a:noFill/>
        </p:spPr>
        <p:txBody>
          <a:bodyPr vert="horz" lIns="0" tIns="0" rIns="0" bIns="0" rtlCol="0" anchor="t">
            <a:noAutofit/>
          </a:bodyPr>
          <a:lstStyle>
            <a:lvl1pPr marL="0" indent="0" algn="l" defTabSz="914354" rtl="0" eaLnBrk="1" latinLnBrk="0" hangingPunct="1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None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1pPr>
            <a:lvl2pPr marL="228600" indent="-228600" algn="l" defTabSz="914354" rtl="0" eaLnBrk="1" latinLnBrk="0" hangingPunct="1">
              <a:lnSpc>
                <a:spcPct val="114000"/>
              </a:lnSpc>
              <a:spcBef>
                <a:spcPts val="250"/>
              </a:spcBef>
              <a:spcAft>
                <a:spcPts val="0"/>
              </a:spcAft>
              <a:buFont typeface="Trebuchet MS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2pPr>
            <a:lvl3pPr marL="457200" indent="-228600" algn="l" defTabSz="914354" rtl="0" eaLnBrk="1" latinLnBrk="0" hangingPunct="1">
              <a:lnSpc>
                <a:spcPct val="114000"/>
              </a:lnSpc>
              <a:spcBef>
                <a:spcPts val="125"/>
              </a:spcBef>
              <a:spcAft>
                <a:spcPts val="0"/>
              </a:spcAft>
              <a:buFont typeface="Trebuchet MS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3pPr>
            <a:lvl4pPr marL="685800" indent="-228600" algn="l" defTabSz="914354" rtl="0" eaLnBrk="1" latinLnBrk="0" hangingPunct="1">
              <a:lnSpc>
                <a:spcPct val="114000"/>
              </a:lnSpc>
              <a:spcBef>
                <a:spcPts val="125"/>
              </a:spcBef>
              <a:spcAft>
                <a:spcPts val="0"/>
              </a:spcAft>
              <a:buFont typeface="Trebuchet MS" pitchFamily="34" charset="0"/>
              <a:buChar char="»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4pPr>
            <a:lvl5pPr marL="914400" indent="-228600" algn="l" defTabSz="914354" rtl="0" eaLnBrk="1" latinLnBrk="0" hangingPunct="1">
              <a:lnSpc>
                <a:spcPct val="114000"/>
              </a:lnSpc>
              <a:spcBef>
                <a:spcPts val="125"/>
              </a:spcBef>
              <a:spcAft>
                <a:spcPts val="0"/>
              </a:spcAft>
              <a:buFont typeface="Trebuchet MS" pitchFamily="34" charset="0"/>
              <a:buChar char="›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5pPr>
            <a:lvl6pPr marL="1143000" indent="-228600" algn="l" defTabSz="914354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Font typeface="Trebuchet MS" pitchFamily="34" charset="0"/>
              <a:buChar char="◦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6pPr>
            <a:lvl7pPr marL="914400" indent="0" algn="l" defTabSz="91435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7pPr>
            <a:lvl8pPr marL="1143000" indent="-228600" algn="l" defTabSz="91435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Trebuchet MS" pitchFamily="34" charset="0"/>
              <a:buChar char="▫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8pPr>
            <a:lvl9pPr marL="1143000" indent="-228600" algn="l" defTabSz="91435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Trebuchet MS" pitchFamily="34" charset="0"/>
              <a:buChar char="▫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9pPr>
          </a:lstStyle>
          <a:p>
            <a:pPr lvl="0" algn="l"/>
            <a:r>
              <a:rPr lang="en-US" sz="1400">
                <a:solidFill>
                  <a:schemeClr val="tx1"/>
                </a:solidFill>
                <a:latin typeface="Trebuchet MS"/>
              </a:rPr>
              <a:t>Already injected every turn</a:t>
            </a:r>
          </a:p>
        </p:txBody>
      </p:sp>
      <p:sp>
        <p:nvSpPr>
          <p:cNvPr id="1014" name="TextBox"/>
          <p:cNvSpPr txBox="1">
            <a:spLocks/>
          </p:cNvSpPr>
          <p:nvPr/>
        </p:nvSpPr>
        <p:spPr>
          <a:xfrm>
            <a:off x="3048072" y="3610815"/>
            <a:ext cx="3851561" cy="628915"/>
          </a:xfrm>
          <a:prstGeom prst="rect">
            <a:avLst/>
          </a:prstGeom>
          <a:noFill/>
        </p:spPr>
        <p:txBody>
          <a:bodyPr vert="horz" lIns="0" tIns="0" rIns="0" bIns="0" rtlCol="0" anchor="t">
            <a:noAutofit/>
          </a:bodyPr>
          <a:lstStyle>
            <a:lvl1pPr marL="0" indent="0" algn="l" defTabSz="914354" rtl="0" eaLnBrk="1" latinLnBrk="0" hangingPunct="1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None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1pPr>
            <a:lvl2pPr marL="228600" indent="-228600" algn="l" defTabSz="914354" rtl="0" eaLnBrk="1" latinLnBrk="0" hangingPunct="1">
              <a:lnSpc>
                <a:spcPct val="114000"/>
              </a:lnSpc>
              <a:spcBef>
                <a:spcPts val="250"/>
              </a:spcBef>
              <a:spcAft>
                <a:spcPts val="0"/>
              </a:spcAft>
              <a:buFont typeface="Trebuchet MS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2pPr>
            <a:lvl3pPr marL="457200" indent="-228600" algn="l" defTabSz="914354" rtl="0" eaLnBrk="1" latinLnBrk="0" hangingPunct="1">
              <a:lnSpc>
                <a:spcPct val="114000"/>
              </a:lnSpc>
              <a:spcBef>
                <a:spcPts val="125"/>
              </a:spcBef>
              <a:spcAft>
                <a:spcPts val="0"/>
              </a:spcAft>
              <a:buFont typeface="Trebuchet MS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3pPr>
            <a:lvl4pPr marL="685800" indent="-228600" algn="l" defTabSz="914354" rtl="0" eaLnBrk="1" latinLnBrk="0" hangingPunct="1">
              <a:lnSpc>
                <a:spcPct val="114000"/>
              </a:lnSpc>
              <a:spcBef>
                <a:spcPts val="125"/>
              </a:spcBef>
              <a:spcAft>
                <a:spcPts val="0"/>
              </a:spcAft>
              <a:buFont typeface="Trebuchet MS" pitchFamily="34" charset="0"/>
              <a:buChar char="»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4pPr>
            <a:lvl5pPr marL="914400" indent="-228600" algn="l" defTabSz="914354" rtl="0" eaLnBrk="1" latinLnBrk="0" hangingPunct="1">
              <a:lnSpc>
                <a:spcPct val="114000"/>
              </a:lnSpc>
              <a:spcBef>
                <a:spcPts val="125"/>
              </a:spcBef>
              <a:spcAft>
                <a:spcPts val="0"/>
              </a:spcAft>
              <a:buFont typeface="Trebuchet MS" pitchFamily="34" charset="0"/>
              <a:buChar char="›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5pPr>
            <a:lvl6pPr marL="1143000" indent="-228600" algn="l" defTabSz="914354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Font typeface="Trebuchet MS" pitchFamily="34" charset="0"/>
              <a:buChar char="◦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6pPr>
            <a:lvl7pPr marL="914400" indent="0" algn="l" defTabSz="91435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7pPr>
            <a:lvl8pPr marL="1143000" indent="-228600" algn="l" defTabSz="91435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Trebuchet MS" pitchFamily="34" charset="0"/>
              <a:buChar char="▫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8pPr>
            <a:lvl9pPr marL="1143000" indent="-228600" algn="l" defTabSz="91435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Trebuchet MS" pitchFamily="34" charset="0"/>
              <a:buChar char="▫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9pPr>
          </a:lstStyle>
          <a:p>
            <a:pPr lvl="0" algn="l"/>
            <a:r>
              <a:rPr lang="en-US" sz="1400">
                <a:solidFill>
                  <a:schemeClr val="tx1"/>
                </a:solidFill>
                <a:latin typeface="Trebuchet MS"/>
              </a:rPr>
              <a:t>get_workbook_overview</a:t>
            </a:r>
          </a:p>
        </p:txBody>
      </p:sp>
      <p:sp>
        <p:nvSpPr>
          <p:cNvPr id="1015" name="TextBox"/>
          <p:cNvSpPr txBox="1">
            <a:spLocks/>
          </p:cNvSpPr>
          <p:nvPr/>
        </p:nvSpPr>
        <p:spPr>
          <a:xfrm>
            <a:off x="6991073" y="3610815"/>
            <a:ext cx="4646191" cy="628915"/>
          </a:xfrm>
          <a:prstGeom prst="rect">
            <a:avLst/>
          </a:prstGeom>
          <a:noFill/>
        </p:spPr>
        <p:txBody>
          <a:bodyPr vert="horz" lIns="0" tIns="0" rIns="0" bIns="0" rtlCol="0" anchor="t">
            <a:noAutofit/>
          </a:bodyPr>
          <a:lstStyle>
            <a:lvl1pPr marL="0" indent="0" algn="l" defTabSz="914354" rtl="0" eaLnBrk="1" latinLnBrk="0" hangingPunct="1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None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1pPr>
            <a:lvl2pPr marL="228600" indent="-228600" algn="l" defTabSz="914354" rtl="0" eaLnBrk="1" latinLnBrk="0" hangingPunct="1">
              <a:lnSpc>
                <a:spcPct val="114000"/>
              </a:lnSpc>
              <a:spcBef>
                <a:spcPts val="250"/>
              </a:spcBef>
              <a:spcAft>
                <a:spcPts val="0"/>
              </a:spcAft>
              <a:buFont typeface="Trebuchet MS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2pPr>
            <a:lvl3pPr marL="457200" indent="-228600" algn="l" defTabSz="914354" rtl="0" eaLnBrk="1" latinLnBrk="0" hangingPunct="1">
              <a:lnSpc>
                <a:spcPct val="114000"/>
              </a:lnSpc>
              <a:spcBef>
                <a:spcPts val="125"/>
              </a:spcBef>
              <a:spcAft>
                <a:spcPts val="0"/>
              </a:spcAft>
              <a:buFont typeface="Trebuchet MS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3pPr>
            <a:lvl4pPr marL="685800" indent="-228600" algn="l" defTabSz="914354" rtl="0" eaLnBrk="1" latinLnBrk="0" hangingPunct="1">
              <a:lnSpc>
                <a:spcPct val="114000"/>
              </a:lnSpc>
              <a:spcBef>
                <a:spcPts val="125"/>
              </a:spcBef>
              <a:spcAft>
                <a:spcPts val="0"/>
              </a:spcAft>
              <a:buFont typeface="Trebuchet MS" pitchFamily="34" charset="0"/>
              <a:buChar char="»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4pPr>
            <a:lvl5pPr marL="914400" indent="-228600" algn="l" defTabSz="914354" rtl="0" eaLnBrk="1" latinLnBrk="0" hangingPunct="1">
              <a:lnSpc>
                <a:spcPct val="114000"/>
              </a:lnSpc>
              <a:spcBef>
                <a:spcPts val="125"/>
              </a:spcBef>
              <a:spcAft>
                <a:spcPts val="0"/>
              </a:spcAft>
              <a:buFont typeface="Trebuchet MS" pitchFamily="34" charset="0"/>
              <a:buChar char="›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5pPr>
            <a:lvl6pPr marL="1143000" indent="-228600" algn="l" defTabSz="914354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Font typeface="Trebuchet MS" pitchFamily="34" charset="0"/>
              <a:buChar char="◦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6pPr>
            <a:lvl7pPr marL="914400" indent="0" algn="l" defTabSz="91435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7pPr>
            <a:lvl8pPr marL="1143000" indent="-228600" algn="l" defTabSz="91435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Trebuchet MS" pitchFamily="34" charset="0"/>
              <a:buChar char="▫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8pPr>
            <a:lvl9pPr marL="1143000" indent="-228600" algn="l" defTabSz="91435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Trebuchet MS" pitchFamily="34" charset="0"/>
              <a:buChar char="▫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9pPr>
          </a:lstStyle>
          <a:p>
            <a:pPr lvl="0" algn="l"/>
            <a:r>
              <a:rPr lang="en-US" sz="1400">
                <a:solidFill>
                  <a:schemeClr val="tx1"/>
                </a:solidFill>
                <a:latin typeface="Trebuchet MS"/>
              </a:rPr>
              <a:t>Add optional sheet param for sheet-level detail</a:t>
            </a:r>
          </a:p>
        </p:txBody>
      </p:sp>
      <p:sp>
        <p:nvSpPr>
          <p:cNvPr id="1016" name="TextBox"/>
          <p:cNvSpPr txBox="1">
            <a:spLocks/>
          </p:cNvSpPr>
          <p:nvPr/>
        </p:nvSpPr>
        <p:spPr>
          <a:xfrm>
            <a:off x="3048072" y="4331170"/>
            <a:ext cx="3851561" cy="628915"/>
          </a:xfrm>
          <a:prstGeom prst="rect">
            <a:avLst/>
          </a:prstGeom>
          <a:noFill/>
        </p:spPr>
        <p:txBody>
          <a:bodyPr vert="horz" lIns="0" tIns="0" rIns="0" bIns="0" rtlCol="0" anchor="t">
            <a:noAutofit/>
          </a:bodyPr>
          <a:lstStyle>
            <a:lvl1pPr marL="0" indent="0" algn="l" defTabSz="914354" rtl="0" eaLnBrk="1" latinLnBrk="0" hangingPunct="1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None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1pPr>
            <a:lvl2pPr marL="228600" indent="-228600" algn="l" defTabSz="914354" rtl="0" eaLnBrk="1" latinLnBrk="0" hangingPunct="1">
              <a:lnSpc>
                <a:spcPct val="114000"/>
              </a:lnSpc>
              <a:spcBef>
                <a:spcPts val="250"/>
              </a:spcBef>
              <a:spcAft>
                <a:spcPts val="0"/>
              </a:spcAft>
              <a:buFont typeface="Trebuchet MS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2pPr>
            <a:lvl3pPr marL="457200" indent="-228600" algn="l" defTabSz="914354" rtl="0" eaLnBrk="1" latinLnBrk="0" hangingPunct="1">
              <a:lnSpc>
                <a:spcPct val="114000"/>
              </a:lnSpc>
              <a:spcBef>
                <a:spcPts val="125"/>
              </a:spcBef>
              <a:spcAft>
                <a:spcPts val="0"/>
              </a:spcAft>
              <a:buFont typeface="Trebuchet MS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3pPr>
            <a:lvl4pPr marL="685800" indent="-228600" algn="l" defTabSz="914354" rtl="0" eaLnBrk="1" latinLnBrk="0" hangingPunct="1">
              <a:lnSpc>
                <a:spcPct val="114000"/>
              </a:lnSpc>
              <a:spcBef>
                <a:spcPts val="125"/>
              </a:spcBef>
              <a:spcAft>
                <a:spcPts val="0"/>
              </a:spcAft>
              <a:buFont typeface="Trebuchet MS" pitchFamily="34" charset="0"/>
              <a:buChar char="»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4pPr>
            <a:lvl5pPr marL="914400" indent="-228600" algn="l" defTabSz="914354" rtl="0" eaLnBrk="1" latinLnBrk="0" hangingPunct="1">
              <a:lnSpc>
                <a:spcPct val="114000"/>
              </a:lnSpc>
              <a:spcBef>
                <a:spcPts val="125"/>
              </a:spcBef>
              <a:spcAft>
                <a:spcPts val="0"/>
              </a:spcAft>
              <a:buFont typeface="Trebuchet MS" pitchFamily="34" charset="0"/>
              <a:buChar char="›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5pPr>
            <a:lvl6pPr marL="1143000" indent="-228600" algn="l" defTabSz="914354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Font typeface="Trebuchet MS" pitchFamily="34" charset="0"/>
              <a:buChar char="◦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6pPr>
            <a:lvl7pPr marL="914400" indent="0" algn="l" defTabSz="91435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7pPr>
            <a:lvl8pPr marL="1143000" indent="-228600" algn="l" defTabSz="91435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Trebuchet MS" pitchFamily="34" charset="0"/>
              <a:buChar char="▫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8pPr>
            <a:lvl9pPr marL="1143000" indent="-228600" algn="l" defTabSz="91435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Trebuchet MS" pitchFamily="34" charset="0"/>
              <a:buChar char="▫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9pPr>
          </a:lstStyle>
          <a:p>
            <a:pPr lvl="0" algn="l"/>
            <a:r>
              <a:rPr lang="en-US" sz="1400">
                <a:solidFill>
                  <a:schemeClr val="tx1"/>
                </a:solidFill>
                <a:latin typeface="Trebuchet MS"/>
              </a:rPr>
              <a:t>Auto-context</a:t>
            </a:r>
          </a:p>
        </p:txBody>
      </p:sp>
      <p:sp>
        <p:nvSpPr>
          <p:cNvPr id="1017" name="TextBox"/>
          <p:cNvSpPr txBox="1">
            <a:spLocks/>
          </p:cNvSpPr>
          <p:nvPr/>
        </p:nvSpPr>
        <p:spPr>
          <a:xfrm>
            <a:off x="6991073" y="4331170"/>
            <a:ext cx="4646191" cy="628915"/>
          </a:xfrm>
          <a:prstGeom prst="rect">
            <a:avLst/>
          </a:prstGeom>
          <a:noFill/>
        </p:spPr>
        <p:txBody>
          <a:bodyPr vert="horz" lIns="0" tIns="0" rIns="0" bIns="0" rtlCol="0" anchor="t">
            <a:noAutofit/>
          </a:bodyPr>
          <a:lstStyle>
            <a:lvl1pPr marL="0" indent="0" algn="l" defTabSz="914354" rtl="0" eaLnBrk="1" latinLnBrk="0" hangingPunct="1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None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1pPr>
            <a:lvl2pPr marL="228600" indent="-228600" algn="l" defTabSz="914354" rtl="0" eaLnBrk="1" latinLnBrk="0" hangingPunct="1">
              <a:lnSpc>
                <a:spcPct val="114000"/>
              </a:lnSpc>
              <a:spcBef>
                <a:spcPts val="250"/>
              </a:spcBef>
              <a:spcAft>
                <a:spcPts val="0"/>
              </a:spcAft>
              <a:buFont typeface="Trebuchet MS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2pPr>
            <a:lvl3pPr marL="457200" indent="-228600" algn="l" defTabSz="914354" rtl="0" eaLnBrk="1" latinLnBrk="0" hangingPunct="1">
              <a:lnSpc>
                <a:spcPct val="114000"/>
              </a:lnSpc>
              <a:spcBef>
                <a:spcPts val="125"/>
              </a:spcBef>
              <a:spcAft>
                <a:spcPts val="0"/>
              </a:spcAft>
              <a:buFont typeface="Trebuchet MS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3pPr>
            <a:lvl4pPr marL="685800" indent="-228600" algn="l" defTabSz="914354" rtl="0" eaLnBrk="1" latinLnBrk="0" hangingPunct="1">
              <a:lnSpc>
                <a:spcPct val="114000"/>
              </a:lnSpc>
              <a:spcBef>
                <a:spcPts val="125"/>
              </a:spcBef>
              <a:spcAft>
                <a:spcPts val="0"/>
              </a:spcAft>
              <a:buFont typeface="Trebuchet MS" pitchFamily="34" charset="0"/>
              <a:buChar char="»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4pPr>
            <a:lvl5pPr marL="914400" indent="-228600" algn="l" defTabSz="914354" rtl="0" eaLnBrk="1" latinLnBrk="0" hangingPunct="1">
              <a:lnSpc>
                <a:spcPct val="114000"/>
              </a:lnSpc>
              <a:spcBef>
                <a:spcPts val="125"/>
              </a:spcBef>
              <a:spcAft>
                <a:spcPts val="0"/>
              </a:spcAft>
              <a:buFont typeface="Trebuchet MS" pitchFamily="34" charset="0"/>
              <a:buChar char="›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5pPr>
            <a:lvl6pPr marL="1143000" indent="-228600" algn="l" defTabSz="914354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Font typeface="Trebuchet MS" pitchFamily="34" charset="0"/>
              <a:buChar char="◦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6pPr>
            <a:lvl7pPr marL="914400" indent="0" algn="l" defTabSz="91435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7pPr>
            <a:lvl8pPr marL="1143000" indent="-228600" algn="l" defTabSz="91435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Trebuchet MS" pitchFamily="34" charset="0"/>
              <a:buChar char="▫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8pPr>
            <a:lvl9pPr marL="1143000" indent="-228600" algn="l" defTabSz="91435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Trebuchet MS" pitchFamily="34" charset="0"/>
              <a:buChar char="▫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9pPr>
          </a:lstStyle>
          <a:p>
            <a:pPr lvl="0" algn="l"/>
            <a:r>
              <a:rPr lang="en-US" sz="1400">
                <a:solidFill>
                  <a:schemeClr val="tx1"/>
                </a:solidFill>
                <a:latin typeface="Trebuchet MS"/>
              </a:rPr>
              <a:t>Already injected every turn</a:t>
            </a:r>
          </a:p>
        </p:txBody>
      </p:sp>
      <p:sp>
        <p:nvSpPr>
          <p:cNvPr id="1018" name="TextBox"/>
          <p:cNvSpPr txBox="1">
            <a:spLocks/>
          </p:cNvSpPr>
          <p:nvPr/>
        </p:nvSpPr>
        <p:spPr>
          <a:xfrm>
            <a:off x="3048072" y="5051525"/>
            <a:ext cx="3851561" cy="628915"/>
          </a:xfrm>
          <a:prstGeom prst="rect">
            <a:avLst/>
          </a:prstGeom>
          <a:noFill/>
        </p:spPr>
        <p:txBody>
          <a:bodyPr vert="horz" lIns="0" tIns="0" rIns="0" bIns="0" rtlCol="0" anchor="t">
            <a:noAutofit/>
          </a:bodyPr>
          <a:lstStyle>
            <a:lvl1pPr marL="0" indent="0" algn="l" defTabSz="914354" rtl="0" eaLnBrk="1" latinLnBrk="0" hangingPunct="1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None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1pPr>
            <a:lvl2pPr marL="228600" indent="-228600" algn="l" defTabSz="914354" rtl="0" eaLnBrk="1" latinLnBrk="0" hangingPunct="1">
              <a:lnSpc>
                <a:spcPct val="114000"/>
              </a:lnSpc>
              <a:spcBef>
                <a:spcPts val="250"/>
              </a:spcBef>
              <a:spcAft>
                <a:spcPts val="0"/>
              </a:spcAft>
              <a:buFont typeface="Trebuchet MS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2pPr>
            <a:lvl3pPr marL="457200" indent="-228600" algn="l" defTabSz="914354" rtl="0" eaLnBrk="1" latinLnBrk="0" hangingPunct="1">
              <a:lnSpc>
                <a:spcPct val="114000"/>
              </a:lnSpc>
              <a:spcBef>
                <a:spcPts val="125"/>
              </a:spcBef>
              <a:spcAft>
                <a:spcPts val="0"/>
              </a:spcAft>
              <a:buFont typeface="Trebuchet MS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3pPr>
            <a:lvl4pPr marL="685800" indent="-228600" algn="l" defTabSz="914354" rtl="0" eaLnBrk="1" latinLnBrk="0" hangingPunct="1">
              <a:lnSpc>
                <a:spcPct val="114000"/>
              </a:lnSpc>
              <a:spcBef>
                <a:spcPts val="125"/>
              </a:spcBef>
              <a:spcAft>
                <a:spcPts val="0"/>
              </a:spcAft>
              <a:buFont typeface="Trebuchet MS" pitchFamily="34" charset="0"/>
              <a:buChar char="»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4pPr>
            <a:lvl5pPr marL="914400" indent="-228600" algn="l" defTabSz="914354" rtl="0" eaLnBrk="1" latinLnBrk="0" hangingPunct="1">
              <a:lnSpc>
                <a:spcPct val="114000"/>
              </a:lnSpc>
              <a:spcBef>
                <a:spcPts val="125"/>
              </a:spcBef>
              <a:spcAft>
                <a:spcPts val="0"/>
              </a:spcAft>
              <a:buFont typeface="Trebuchet MS" pitchFamily="34" charset="0"/>
              <a:buChar char="›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5pPr>
            <a:lvl6pPr marL="1143000" indent="-228600" algn="l" defTabSz="914354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Font typeface="Trebuchet MS" pitchFamily="34" charset="0"/>
              <a:buChar char="◦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6pPr>
            <a:lvl7pPr marL="914400" indent="0" algn="l" defTabSz="91435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7pPr>
            <a:lvl8pPr marL="1143000" indent="-228600" algn="l" defTabSz="91435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Trebuchet MS" pitchFamily="34" charset="0"/>
              <a:buChar char="▫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8pPr>
            <a:lvl9pPr marL="1143000" indent="-228600" algn="l" defTabSz="91435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Trebuchet MS" pitchFamily="34" charset="0"/>
              <a:buChar char="▫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9pPr>
          </a:lstStyle>
          <a:p>
            <a:pPr lvl="0" algn="l"/>
            <a:r>
              <a:rPr lang="en-US" sz="1400">
                <a:solidFill>
                  <a:schemeClr val="tx1"/>
                </a:solidFill>
                <a:latin typeface="Trebuchet MS"/>
              </a:rPr>
              <a:t>search_workbook</a:t>
            </a:r>
          </a:p>
        </p:txBody>
      </p:sp>
      <p:sp>
        <p:nvSpPr>
          <p:cNvPr id="1019" name="TextBox"/>
          <p:cNvSpPr txBox="1">
            <a:spLocks/>
          </p:cNvSpPr>
          <p:nvPr/>
        </p:nvSpPr>
        <p:spPr>
          <a:xfrm>
            <a:off x="6991073" y="5051525"/>
            <a:ext cx="4646191" cy="628915"/>
          </a:xfrm>
          <a:prstGeom prst="rect">
            <a:avLst/>
          </a:prstGeom>
          <a:noFill/>
        </p:spPr>
        <p:txBody>
          <a:bodyPr vert="horz" lIns="0" tIns="0" rIns="0" bIns="0" rtlCol="0" anchor="t">
            <a:noAutofit/>
          </a:bodyPr>
          <a:lstStyle>
            <a:lvl1pPr marL="0" indent="0" algn="l" defTabSz="914354" rtl="0" eaLnBrk="1" latinLnBrk="0" hangingPunct="1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None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1pPr>
            <a:lvl2pPr marL="228600" indent="-228600" algn="l" defTabSz="914354" rtl="0" eaLnBrk="1" latinLnBrk="0" hangingPunct="1">
              <a:lnSpc>
                <a:spcPct val="114000"/>
              </a:lnSpc>
              <a:spcBef>
                <a:spcPts val="250"/>
              </a:spcBef>
              <a:spcAft>
                <a:spcPts val="0"/>
              </a:spcAft>
              <a:buFont typeface="Trebuchet MS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2pPr>
            <a:lvl3pPr marL="457200" indent="-228600" algn="l" defTabSz="914354" rtl="0" eaLnBrk="1" latinLnBrk="0" hangingPunct="1">
              <a:lnSpc>
                <a:spcPct val="114000"/>
              </a:lnSpc>
              <a:spcBef>
                <a:spcPts val="125"/>
              </a:spcBef>
              <a:spcAft>
                <a:spcPts val="0"/>
              </a:spcAft>
              <a:buFont typeface="Trebuchet MS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3pPr>
            <a:lvl4pPr marL="685800" indent="-228600" algn="l" defTabSz="914354" rtl="0" eaLnBrk="1" latinLnBrk="0" hangingPunct="1">
              <a:lnSpc>
                <a:spcPct val="114000"/>
              </a:lnSpc>
              <a:spcBef>
                <a:spcPts val="125"/>
              </a:spcBef>
              <a:spcAft>
                <a:spcPts val="0"/>
              </a:spcAft>
              <a:buFont typeface="Trebuchet MS" pitchFamily="34" charset="0"/>
              <a:buChar char="»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4pPr>
            <a:lvl5pPr marL="914400" indent="-228600" algn="l" defTabSz="914354" rtl="0" eaLnBrk="1" latinLnBrk="0" hangingPunct="1">
              <a:lnSpc>
                <a:spcPct val="114000"/>
              </a:lnSpc>
              <a:spcBef>
                <a:spcPts val="125"/>
              </a:spcBef>
              <a:spcAft>
                <a:spcPts val="0"/>
              </a:spcAft>
              <a:buFont typeface="Trebuchet MS" pitchFamily="34" charset="0"/>
              <a:buChar char="›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5pPr>
            <a:lvl6pPr marL="1143000" indent="-228600" algn="l" defTabSz="914354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Font typeface="Trebuchet MS" pitchFamily="34" charset="0"/>
              <a:buChar char="◦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6pPr>
            <a:lvl7pPr marL="914400" indent="0" algn="l" defTabSz="91435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7pPr>
            <a:lvl8pPr marL="1143000" indent="-228600" algn="l" defTabSz="91435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Trebuchet MS" pitchFamily="34" charset="0"/>
              <a:buChar char="▫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8pPr>
            <a:lvl9pPr marL="1143000" indent="-228600" algn="l" defTabSz="91435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Trebuchet MS" pitchFamily="34" charset="0"/>
              <a:buChar char="▫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9pPr>
          </a:lstStyle>
          <a:p>
            <a:pPr lvl="0" algn="l"/>
            <a:r>
              <a:rPr lang="en-US" sz="1400">
                <a:solidFill>
                  <a:schemeClr val="tx1"/>
                </a:solidFill>
                <a:latin typeface="Trebuchet MS"/>
              </a:rPr>
              <a:t>Add context_rows param for surrounding rows</a:t>
            </a:r>
          </a:p>
        </p:txBody>
      </p:sp>
      <p:sp>
        <p:nvSpPr>
          <p:cNvPr id="1020" name="TextBox"/>
          <p:cNvSpPr txBox="1">
            <a:spLocks/>
          </p:cNvSpPr>
          <p:nvPr/>
        </p:nvSpPr>
        <p:spPr>
          <a:xfrm>
            <a:off x="3048072" y="5771880"/>
            <a:ext cx="3851561" cy="628920"/>
          </a:xfrm>
          <a:prstGeom prst="rect">
            <a:avLst/>
          </a:prstGeom>
          <a:noFill/>
        </p:spPr>
        <p:txBody>
          <a:bodyPr vert="horz" lIns="0" tIns="0" rIns="0" bIns="0" rtlCol="0" anchor="t">
            <a:noAutofit/>
          </a:bodyPr>
          <a:lstStyle>
            <a:lvl1pPr marL="0" indent="0" algn="l" defTabSz="914354" rtl="0" eaLnBrk="1" latinLnBrk="0" hangingPunct="1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None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1pPr>
            <a:lvl2pPr marL="228600" indent="-228600" algn="l" defTabSz="914354" rtl="0" eaLnBrk="1" latinLnBrk="0" hangingPunct="1">
              <a:lnSpc>
                <a:spcPct val="114000"/>
              </a:lnSpc>
              <a:spcBef>
                <a:spcPts val="250"/>
              </a:spcBef>
              <a:spcAft>
                <a:spcPts val="0"/>
              </a:spcAft>
              <a:buFont typeface="Trebuchet MS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2pPr>
            <a:lvl3pPr marL="457200" indent="-228600" algn="l" defTabSz="914354" rtl="0" eaLnBrk="1" latinLnBrk="0" hangingPunct="1">
              <a:lnSpc>
                <a:spcPct val="114000"/>
              </a:lnSpc>
              <a:spcBef>
                <a:spcPts val="125"/>
              </a:spcBef>
              <a:spcAft>
                <a:spcPts val="0"/>
              </a:spcAft>
              <a:buFont typeface="Trebuchet MS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3pPr>
            <a:lvl4pPr marL="685800" indent="-228600" algn="l" defTabSz="914354" rtl="0" eaLnBrk="1" latinLnBrk="0" hangingPunct="1">
              <a:lnSpc>
                <a:spcPct val="114000"/>
              </a:lnSpc>
              <a:spcBef>
                <a:spcPts val="125"/>
              </a:spcBef>
              <a:spcAft>
                <a:spcPts val="0"/>
              </a:spcAft>
              <a:buFont typeface="Trebuchet MS" pitchFamily="34" charset="0"/>
              <a:buChar char="»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4pPr>
            <a:lvl5pPr marL="914400" indent="-228600" algn="l" defTabSz="914354" rtl="0" eaLnBrk="1" latinLnBrk="0" hangingPunct="1">
              <a:lnSpc>
                <a:spcPct val="114000"/>
              </a:lnSpc>
              <a:spcBef>
                <a:spcPts val="125"/>
              </a:spcBef>
              <a:spcAft>
                <a:spcPts val="0"/>
              </a:spcAft>
              <a:buFont typeface="Trebuchet MS" pitchFamily="34" charset="0"/>
              <a:buChar char="›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5pPr>
            <a:lvl6pPr marL="1143000" indent="-228600" algn="l" defTabSz="914354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Font typeface="Trebuchet MS" pitchFamily="34" charset="0"/>
              <a:buChar char="◦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6pPr>
            <a:lvl7pPr marL="914400" indent="0" algn="l" defTabSz="91435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7pPr>
            <a:lvl8pPr marL="1143000" indent="-228600" algn="l" defTabSz="91435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Trebuchet MS" pitchFamily="34" charset="0"/>
              <a:buChar char="▫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8pPr>
            <a:lvl9pPr marL="1143000" indent="-228600" algn="l" defTabSz="91435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Trebuchet MS" pitchFamily="34" charset="0"/>
              <a:buChar char="▫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9pPr>
          </a:lstStyle>
          <a:p>
            <a:pPr lvl="0" algn="l"/>
            <a:r>
              <a:rPr lang="en-US" sz="1400">
                <a:solidFill>
                  <a:schemeClr val="tx1"/>
                </a:solidFill>
                <a:latin typeface="Trebuchet MS"/>
              </a:rPr>
              <a:t>get_workbook_overview</a:t>
            </a:r>
          </a:p>
        </p:txBody>
      </p:sp>
      <p:sp>
        <p:nvSpPr>
          <p:cNvPr id="1021" name="TextBox"/>
          <p:cNvSpPr txBox="1">
            <a:spLocks/>
          </p:cNvSpPr>
          <p:nvPr/>
        </p:nvSpPr>
        <p:spPr>
          <a:xfrm>
            <a:off x="6991073" y="5771880"/>
            <a:ext cx="4646191" cy="628920"/>
          </a:xfrm>
          <a:prstGeom prst="rect">
            <a:avLst/>
          </a:prstGeom>
          <a:noFill/>
        </p:spPr>
        <p:txBody>
          <a:bodyPr vert="horz" lIns="0" tIns="0" rIns="0" bIns="0" rtlCol="0" anchor="t">
            <a:noAutofit/>
          </a:bodyPr>
          <a:lstStyle>
            <a:lvl1pPr marL="0" indent="0" algn="l" defTabSz="914354" rtl="0" eaLnBrk="1" latinLnBrk="0" hangingPunct="1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None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1pPr>
            <a:lvl2pPr marL="228600" indent="-228600" algn="l" defTabSz="914354" rtl="0" eaLnBrk="1" latinLnBrk="0" hangingPunct="1">
              <a:lnSpc>
                <a:spcPct val="114000"/>
              </a:lnSpc>
              <a:spcBef>
                <a:spcPts val="250"/>
              </a:spcBef>
              <a:spcAft>
                <a:spcPts val="0"/>
              </a:spcAft>
              <a:buFont typeface="Trebuchet MS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2pPr>
            <a:lvl3pPr marL="457200" indent="-228600" algn="l" defTabSz="914354" rtl="0" eaLnBrk="1" latinLnBrk="0" hangingPunct="1">
              <a:lnSpc>
                <a:spcPct val="114000"/>
              </a:lnSpc>
              <a:spcBef>
                <a:spcPts val="125"/>
              </a:spcBef>
              <a:spcAft>
                <a:spcPts val="0"/>
              </a:spcAft>
              <a:buFont typeface="Trebuchet MS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3pPr>
            <a:lvl4pPr marL="685800" indent="-228600" algn="l" defTabSz="914354" rtl="0" eaLnBrk="1" latinLnBrk="0" hangingPunct="1">
              <a:lnSpc>
                <a:spcPct val="114000"/>
              </a:lnSpc>
              <a:spcBef>
                <a:spcPts val="125"/>
              </a:spcBef>
              <a:spcAft>
                <a:spcPts val="0"/>
              </a:spcAft>
              <a:buFont typeface="Trebuchet MS" pitchFamily="34" charset="0"/>
              <a:buChar char="»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4pPr>
            <a:lvl5pPr marL="914400" indent="-228600" algn="l" defTabSz="914354" rtl="0" eaLnBrk="1" latinLnBrk="0" hangingPunct="1">
              <a:lnSpc>
                <a:spcPct val="114000"/>
              </a:lnSpc>
              <a:spcBef>
                <a:spcPts val="125"/>
              </a:spcBef>
              <a:spcAft>
                <a:spcPts val="0"/>
              </a:spcAft>
              <a:buFont typeface="Trebuchet MS" pitchFamily="34" charset="0"/>
              <a:buChar char="›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5pPr>
            <a:lvl6pPr marL="1143000" indent="-228600" algn="l" defTabSz="914354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Font typeface="Trebuchet MS" pitchFamily="34" charset="0"/>
              <a:buChar char="◦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6pPr>
            <a:lvl7pPr marL="914400" indent="0" algn="l" defTabSz="91435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7pPr>
            <a:lvl8pPr marL="1143000" indent="-228600" algn="l" defTabSz="91435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Trebuchet MS" pitchFamily="34" charset="0"/>
              <a:buChar char="▫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8pPr>
            <a:lvl9pPr marL="1143000" indent="-228600" algn="l" defTabSz="91435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Trebuchet MS" pitchFamily="34" charset="0"/>
              <a:buChar char="▫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9pPr>
          </a:lstStyle>
          <a:p>
            <a:pPr lvl="0" algn="l"/>
            <a:r>
              <a:rPr lang="en-US" sz="1400">
                <a:solidFill>
                  <a:schemeClr val="tx1"/>
                </a:solidFill>
                <a:latin typeface="Trebuchet MS"/>
              </a:rPr>
              <a:t>Add optional sheet param (same as get_all_objects)</a:t>
            </a:r>
          </a:p>
        </p:txBody>
      </p:sp>
      <p:cxnSp>
        <p:nvCxnSpPr>
          <p:cNvPr id="1022" name="Line"/>
          <p:cNvCxnSpPr/>
          <p:nvPr/>
        </p:nvCxnSpPr>
        <p:spPr>
          <a:xfrm>
            <a:off x="554736" y="2844740"/>
            <a:ext cx="11082528" cy="0"/>
          </a:xfrm>
          <a:prstGeom prst="line">
            <a:avLst/>
          </a:prstGeom>
          <a:ln w="6350">
            <a:solidFill>
              <a:schemeClr val="dk2"/>
            </a:solidFill>
          </a:ln>
        </p:spPr>
      </p:cxnSp>
      <p:cxnSp>
        <p:nvCxnSpPr>
          <p:cNvPr id="1023" name="Line"/>
          <p:cNvCxnSpPr/>
          <p:nvPr/>
        </p:nvCxnSpPr>
        <p:spPr>
          <a:xfrm>
            <a:off x="554736" y="3565095"/>
            <a:ext cx="11082528" cy="0"/>
          </a:xfrm>
          <a:prstGeom prst="line">
            <a:avLst/>
          </a:prstGeom>
          <a:ln w="6350">
            <a:solidFill>
              <a:schemeClr val="dk2"/>
            </a:solidFill>
          </a:ln>
        </p:spPr>
      </p:cxnSp>
      <p:cxnSp>
        <p:nvCxnSpPr>
          <p:cNvPr id="1024" name="Line"/>
          <p:cNvCxnSpPr/>
          <p:nvPr/>
        </p:nvCxnSpPr>
        <p:spPr>
          <a:xfrm>
            <a:off x="554736" y="4285450"/>
            <a:ext cx="11082528" cy="0"/>
          </a:xfrm>
          <a:prstGeom prst="line">
            <a:avLst/>
          </a:prstGeom>
          <a:ln w="6350">
            <a:solidFill>
              <a:schemeClr val="dk2"/>
            </a:solidFill>
          </a:ln>
        </p:spPr>
      </p:cxnSp>
      <p:cxnSp>
        <p:nvCxnSpPr>
          <p:cNvPr id="1025" name="Line"/>
          <p:cNvCxnSpPr/>
          <p:nvPr/>
        </p:nvCxnSpPr>
        <p:spPr>
          <a:xfrm>
            <a:off x="554736" y="5005805"/>
            <a:ext cx="11082528" cy="0"/>
          </a:xfrm>
          <a:prstGeom prst="line">
            <a:avLst/>
          </a:prstGeom>
          <a:ln w="6350">
            <a:solidFill>
              <a:schemeClr val="dk2"/>
            </a:solidFill>
          </a:ln>
        </p:spPr>
      </p:cxnSp>
      <p:cxnSp>
        <p:nvCxnSpPr>
          <p:cNvPr id="1026" name="Line"/>
          <p:cNvCxnSpPr/>
          <p:nvPr/>
        </p:nvCxnSpPr>
        <p:spPr>
          <a:xfrm>
            <a:off x="554736" y="5726160"/>
            <a:ext cx="11082528" cy="0"/>
          </a:xfrm>
          <a:prstGeom prst="line">
            <a:avLst/>
          </a:prstGeom>
          <a:ln w="6350">
            <a:solidFill>
              <a:schemeClr val="dk2"/>
            </a:solidFill>
          </a:ln>
        </p:spPr>
      </p:cxn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Result: 10 core tools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7" sz="quarter"/>
          </p:nvPr>
        </p:nvSpPr>
        <p:spPr/>
        <p:txBody>
          <a:bodyPr/>
          <a:lstStyle/>
          <a:p>
            <a:r>
              <a:t>Proposal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Each tool covers a distinct verb — no ambiguity</a:t>
            </a:r>
          </a:p>
        </p:txBody>
      </p:sp>
      <p:sp>
        <p:nvSpPr>
          <p:cNvPr id="1001" name="TextBox"/>
          <p:cNvSpPr txBox="1">
            <a:spLocks/>
          </p:cNvSpPr>
          <p:nvPr/>
        </p:nvSpPr>
        <p:spPr>
          <a:xfrm>
            <a:off x="554736" y="1755720"/>
            <a:ext cx="1064506" cy="274299"/>
          </a:xfrm>
          <a:prstGeom prst="rect">
            <a:avLst/>
          </a:prstGeom>
          <a:noFill/>
        </p:spPr>
        <p:txBody>
          <a:bodyPr vert="horz" lIns="0" tIns="0" rIns="0" bIns="0" rtlCol="0" anchor="b">
            <a:noAutofit/>
          </a:bodyPr>
          <a:lstStyle>
            <a:lvl1pPr marL="0" indent="0" algn="l" defTabSz="914354" rtl="0" eaLnBrk="1" latinLnBrk="0" hangingPunct="1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None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1pPr>
            <a:lvl2pPr marL="228600" indent="-228600" algn="l" defTabSz="914354" rtl="0" eaLnBrk="1" latinLnBrk="0" hangingPunct="1">
              <a:lnSpc>
                <a:spcPct val="114000"/>
              </a:lnSpc>
              <a:spcBef>
                <a:spcPts val="250"/>
              </a:spcBef>
              <a:spcAft>
                <a:spcPts val="0"/>
              </a:spcAft>
              <a:buFont typeface="Trebuchet MS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2pPr>
            <a:lvl3pPr marL="457200" indent="-228600" algn="l" defTabSz="914354" rtl="0" eaLnBrk="1" latinLnBrk="0" hangingPunct="1">
              <a:lnSpc>
                <a:spcPct val="114000"/>
              </a:lnSpc>
              <a:spcBef>
                <a:spcPts val="125"/>
              </a:spcBef>
              <a:spcAft>
                <a:spcPts val="0"/>
              </a:spcAft>
              <a:buFont typeface="Trebuchet MS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3pPr>
            <a:lvl4pPr marL="685800" indent="-228600" algn="l" defTabSz="914354" rtl="0" eaLnBrk="1" latinLnBrk="0" hangingPunct="1">
              <a:lnSpc>
                <a:spcPct val="114000"/>
              </a:lnSpc>
              <a:spcBef>
                <a:spcPts val="125"/>
              </a:spcBef>
              <a:spcAft>
                <a:spcPts val="0"/>
              </a:spcAft>
              <a:buFont typeface="Trebuchet MS" pitchFamily="34" charset="0"/>
              <a:buChar char="»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4pPr>
            <a:lvl5pPr marL="914400" indent="-228600" algn="l" defTabSz="914354" rtl="0" eaLnBrk="1" latinLnBrk="0" hangingPunct="1">
              <a:lnSpc>
                <a:spcPct val="114000"/>
              </a:lnSpc>
              <a:spcBef>
                <a:spcPts val="125"/>
              </a:spcBef>
              <a:spcAft>
                <a:spcPts val="0"/>
              </a:spcAft>
              <a:buFont typeface="Trebuchet MS" pitchFamily="34" charset="0"/>
              <a:buChar char="›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5pPr>
            <a:lvl6pPr marL="1143000" indent="-228600" algn="l" defTabSz="914354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Font typeface="Trebuchet MS" pitchFamily="34" charset="0"/>
              <a:buChar char="◦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6pPr>
            <a:lvl7pPr marL="914400" indent="0" algn="l" defTabSz="91435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7pPr>
            <a:lvl8pPr marL="1143000" indent="-228600" algn="l" defTabSz="91435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Trebuchet MS" pitchFamily="34" charset="0"/>
              <a:buChar char="▫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8pPr>
            <a:lvl9pPr marL="1143000" indent="-228600" algn="l" defTabSz="91435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Trebuchet MS" pitchFamily="34" charset="0"/>
              <a:buChar char="▫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9pPr>
          </a:lstStyle>
          <a:p>
            <a:pPr lvl="0" algn="l"/>
            <a:r>
              <a:rPr lang="en-US" sz="1300" b="1">
                <a:solidFill>
                  <a:schemeClr val="tx1"/>
                </a:solidFill>
                <a:latin typeface="Rockwell"/>
              </a:rPr>
              <a:t>#</a:t>
            </a:r>
          </a:p>
        </p:txBody>
      </p:sp>
      <p:sp>
        <p:nvSpPr>
          <p:cNvPr id="1002" name="TextBox"/>
          <p:cNvSpPr txBox="1">
            <a:spLocks/>
          </p:cNvSpPr>
          <p:nvPr/>
        </p:nvSpPr>
        <p:spPr>
          <a:xfrm>
            <a:off x="1710682" y="1755720"/>
            <a:ext cx="4548445" cy="274299"/>
          </a:xfrm>
          <a:prstGeom prst="rect">
            <a:avLst/>
          </a:prstGeom>
          <a:noFill/>
        </p:spPr>
        <p:txBody>
          <a:bodyPr vert="horz" lIns="0" tIns="0" rIns="0" bIns="0" rtlCol="0" anchor="b">
            <a:noAutofit/>
          </a:bodyPr>
          <a:lstStyle>
            <a:lvl1pPr marL="0" indent="0" algn="l" defTabSz="914354" rtl="0" eaLnBrk="1" latinLnBrk="0" hangingPunct="1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None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1pPr>
            <a:lvl2pPr marL="228600" indent="-228600" algn="l" defTabSz="914354" rtl="0" eaLnBrk="1" latinLnBrk="0" hangingPunct="1">
              <a:lnSpc>
                <a:spcPct val="114000"/>
              </a:lnSpc>
              <a:spcBef>
                <a:spcPts val="250"/>
              </a:spcBef>
              <a:spcAft>
                <a:spcPts val="0"/>
              </a:spcAft>
              <a:buFont typeface="Trebuchet MS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2pPr>
            <a:lvl3pPr marL="457200" indent="-228600" algn="l" defTabSz="914354" rtl="0" eaLnBrk="1" latinLnBrk="0" hangingPunct="1">
              <a:lnSpc>
                <a:spcPct val="114000"/>
              </a:lnSpc>
              <a:spcBef>
                <a:spcPts val="125"/>
              </a:spcBef>
              <a:spcAft>
                <a:spcPts val="0"/>
              </a:spcAft>
              <a:buFont typeface="Trebuchet MS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3pPr>
            <a:lvl4pPr marL="685800" indent="-228600" algn="l" defTabSz="914354" rtl="0" eaLnBrk="1" latinLnBrk="0" hangingPunct="1">
              <a:lnSpc>
                <a:spcPct val="114000"/>
              </a:lnSpc>
              <a:spcBef>
                <a:spcPts val="125"/>
              </a:spcBef>
              <a:spcAft>
                <a:spcPts val="0"/>
              </a:spcAft>
              <a:buFont typeface="Trebuchet MS" pitchFamily="34" charset="0"/>
              <a:buChar char="»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4pPr>
            <a:lvl5pPr marL="914400" indent="-228600" algn="l" defTabSz="914354" rtl="0" eaLnBrk="1" latinLnBrk="0" hangingPunct="1">
              <a:lnSpc>
                <a:spcPct val="114000"/>
              </a:lnSpc>
              <a:spcBef>
                <a:spcPts val="125"/>
              </a:spcBef>
              <a:spcAft>
                <a:spcPts val="0"/>
              </a:spcAft>
              <a:buFont typeface="Trebuchet MS" pitchFamily="34" charset="0"/>
              <a:buChar char="›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5pPr>
            <a:lvl6pPr marL="1143000" indent="-228600" algn="l" defTabSz="914354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Font typeface="Trebuchet MS" pitchFamily="34" charset="0"/>
              <a:buChar char="◦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6pPr>
            <a:lvl7pPr marL="914400" indent="0" algn="l" defTabSz="91435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7pPr>
            <a:lvl8pPr marL="1143000" indent="-228600" algn="l" defTabSz="91435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Trebuchet MS" pitchFamily="34" charset="0"/>
              <a:buChar char="▫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8pPr>
            <a:lvl9pPr marL="1143000" indent="-228600" algn="l" defTabSz="91435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Trebuchet MS" pitchFamily="34" charset="0"/>
              <a:buChar char="▫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9pPr>
          </a:lstStyle>
          <a:p>
            <a:pPr lvl="0" algn="l"/>
            <a:r>
              <a:rPr lang="en-US" sz="1300" b="1">
                <a:solidFill>
                  <a:schemeClr val="tx1"/>
                </a:solidFill>
                <a:latin typeface="Rockwell"/>
              </a:rPr>
              <a:t>Tool</a:t>
            </a:r>
          </a:p>
        </p:txBody>
      </p:sp>
      <p:sp>
        <p:nvSpPr>
          <p:cNvPr id="1003" name="TextBox"/>
          <p:cNvSpPr txBox="1">
            <a:spLocks/>
          </p:cNvSpPr>
          <p:nvPr/>
        </p:nvSpPr>
        <p:spPr>
          <a:xfrm>
            <a:off x="6350567" y="1755720"/>
            <a:ext cx="5286697" cy="274299"/>
          </a:xfrm>
          <a:prstGeom prst="rect">
            <a:avLst/>
          </a:prstGeom>
          <a:noFill/>
        </p:spPr>
        <p:txBody>
          <a:bodyPr vert="horz" lIns="0" tIns="0" rIns="0" bIns="0" rtlCol="0" anchor="b">
            <a:noAutofit/>
          </a:bodyPr>
          <a:lstStyle>
            <a:lvl1pPr marL="0" indent="0" algn="l" defTabSz="914354" rtl="0" eaLnBrk="1" latinLnBrk="0" hangingPunct="1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None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1pPr>
            <a:lvl2pPr marL="228600" indent="-228600" algn="l" defTabSz="914354" rtl="0" eaLnBrk="1" latinLnBrk="0" hangingPunct="1">
              <a:lnSpc>
                <a:spcPct val="114000"/>
              </a:lnSpc>
              <a:spcBef>
                <a:spcPts val="250"/>
              </a:spcBef>
              <a:spcAft>
                <a:spcPts val="0"/>
              </a:spcAft>
              <a:buFont typeface="Trebuchet MS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2pPr>
            <a:lvl3pPr marL="457200" indent="-228600" algn="l" defTabSz="914354" rtl="0" eaLnBrk="1" latinLnBrk="0" hangingPunct="1">
              <a:lnSpc>
                <a:spcPct val="114000"/>
              </a:lnSpc>
              <a:spcBef>
                <a:spcPts val="125"/>
              </a:spcBef>
              <a:spcAft>
                <a:spcPts val="0"/>
              </a:spcAft>
              <a:buFont typeface="Trebuchet MS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3pPr>
            <a:lvl4pPr marL="685800" indent="-228600" algn="l" defTabSz="914354" rtl="0" eaLnBrk="1" latinLnBrk="0" hangingPunct="1">
              <a:lnSpc>
                <a:spcPct val="114000"/>
              </a:lnSpc>
              <a:spcBef>
                <a:spcPts val="125"/>
              </a:spcBef>
              <a:spcAft>
                <a:spcPts val="0"/>
              </a:spcAft>
              <a:buFont typeface="Trebuchet MS" pitchFamily="34" charset="0"/>
              <a:buChar char="»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4pPr>
            <a:lvl5pPr marL="914400" indent="-228600" algn="l" defTabSz="914354" rtl="0" eaLnBrk="1" latinLnBrk="0" hangingPunct="1">
              <a:lnSpc>
                <a:spcPct val="114000"/>
              </a:lnSpc>
              <a:spcBef>
                <a:spcPts val="125"/>
              </a:spcBef>
              <a:spcAft>
                <a:spcPts val="0"/>
              </a:spcAft>
              <a:buFont typeface="Trebuchet MS" pitchFamily="34" charset="0"/>
              <a:buChar char="›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5pPr>
            <a:lvl6pPr marL="1143000" indent="-228600" algn="l" defTabSz="914354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Font typeface="Trebuchet MS" pitchFamily="34" charset="0"/>
              <a:buChar char="◦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6pPr>
            <a:lvl7pPr marL="914400" indent="0" algn="l" defTabSz="91435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7pPr>
            <a:lvl8pPr marL="1143000" indent="-228600" algn="l" defTabSz="91435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Trebuchet MS" pitchFamily="34" charset="0"/>
              <a:buChar char="▫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8pPr>
            <a:lvl9pPr marL="1143000" indent="-228600" algn="l" defTabSz="91435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Trebuchet MS" pitchFamily="34" charset="0"/>
              <a:buChar char="▫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9pPr>
          </a:lstStyle>
          <a:p>
            <a:pPr lvl="0" algn="l"/>
            <a:r>
              <a:rPr lang="en-US" sz="1300" b="1">
                <a:solidFill>
                  <a:schemeClr val="tx1"/>
                </a:solidFill>
                <a:latin typeface="Rockwell"/>
              </a:rPr>
              <a:t>Purpose</a:t>
            </a:r>
          </a:p>
        </p:txBody>
      </p:sp>
      <p:cxnSp>
        <p:nvCxnSpPr>
          <p:cNvPr id="1004" name="Line"/>
          <p:cNvCxnSpPr/>
          <p:nvPr/>
        </p:nvCxnSpPr>
        <p:spPr>
          <a:xfrm>
            <a:off x="554736" y="2075739"/>
            <a:ext cx="11082528" cy="0"/>
          </a:xfrm>
          <a:prstGeom prst="line">
            <a:avLst/>
          </a:prstGeom>
          <a:ln w="19050">
            <a:solidFill>
              <a:schemeClr val="tx1"/>
            </a:solidFill>
          </a:ln>
        </p:spPr>
      </p:cxnSp>
      <p:sp>
        <p:nvSpPr>
          <p:cNvPr id="1005" name="TextBox"/>
          <p:cNvSpPr txBox="1">
            <a:spLocks/>
          </p:cNvSpPr>
          <p:nvPr/>
        </p:nvSpPr>
        <p:spPr>
          <a:xfrm>
            <a:off x="554736" y="2121459"/>
            <a:ext cx="1064506" cy="365760"/>
          </a:xfrm>
          <a:prstGeom prst="rect">
            <a:avLst/>
          </a:prstGeom>
          <a:noFill/>
        </p:spPr>
        <p:txBody>
          <a:bodyPr vert="horz" lIns="0" tIns="0" rIns="0" bIns="0" rtlCol="0" anchor="t">
            <a:noAutofit/>
          </a:bodyPr>
          <a:lstStyle>
            <a:lvl1pPr marL="0" indent="0" algn="l" defTabSz="914354" rtl="0" eaLnBrk="1" latinLnBrk="0" hangingPunct="1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None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1pPr>
            <a:lvl2pPr marL="228600" indent="-228600" algn="l" defTabSz="914354" rtl="0" eaLnBrk="1" latinLnBrk="0" hangingPunct="1">
              <a:lnSpc>
                <a:spcPct val="114000"/>
              </a:lnSpc>
              <a:spcBef>
                <a:spcPts val="250"/>
              </a:spcBef>
              <a:spcAft>
                <a:spcPts val="0"/>
              </a:spcAft>
              <a:buFont typeface="Trebuchet MS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2pPr>
            <a:lvl3pPr marL="457200" indent="-228600" algn="l" defTabSz="914354" rtl="0" eaLnBrk="1" latinLnBrk="0" hangingPunct="1">
              <a:lnSpc>
                <a:spcPct val="114000"/>
              </a:lnSpc>
              <a:spcBef>
                <a:spcPts val="125"/>
              </a:spcBef>
              <a:spcAft>
                <a:spcPts val="0"/>
              </a:spcAft>
              <a:buFont typeface="Trebuchet MS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3pPr>
            <a:lvl4pPr marL="685800" indent="-228600" algn="l" defTabSz="914354" rtl="0" eaLnBrk="1" latinLnBrk="0" hangingPunct="1">
              <a:lnSpc>
                <a:spcPct val="114000"/>
              </a:lnSpc>
              <a:spcBef>
                <a:spcPts val="125"/>
              </a:spcBef>
              <a:spcAft>
                <a:spcPts val="0"/>
              </a:spcAft>
              <a:buFont typeface="Trebuchet MS" pitchFamily="34" charset="0"/>
              <a:buChar char="»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4pPr>
            <a:lvl5pPr marL="914400" indent="-228600" algn="l" defTabSz="914354" rtl="0" eaLnBrk="1" latinLnBrk="0" hangingPunct="1">
              <a:lnSpc>
                <a:spcPct val="114000"/>
              </a:lnSpc>
              <a:spcBef>
                <a:spcPts val="125"/>
              </a:spcBef>
              <a:spcAft>
                <a:spcPts val="0"/>
              </a:spcAft>
              <a:buFont typeface="Trebuchet MS" pitchFamily="34" charset="0"/>
              <a:buChar char="›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5pPr>
            <a:lvl6pPr marL="1143000" indent="-228600" algn="l" defTabSz="914354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Font typeface="Trebuchet MS" pitchFamily="34" charset="0"/>
              <a:buChar char="◦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6pPr>
            <a:lvl7pPr marL="914400" indent="0" algn="l" defTabSz="91435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7pPr>
            <a:lvl8pPr marL="1143000" indent="-228600" algn="l" defTabSz="91435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Trebuchet MS" pitchFamily="34" charset="0"/>
              <a:buChar char="▫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8pPr>
            <a:lvl9pPr marL="1143000" indent="-228600" algn="l" defTabSz="91435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Trebuchet MS" pitchFamily="34" charset="0"/>
              <a:buChar char="▫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9pPr>
          </a:lstStyle>
          <a:p>
            <a:pPr lvl="0" algn="l"/>
            <a:r>
              <a:rPr lang="en-US" sz="1200">
                <a:solidFill>
                  <a:schemeClr val="tx1"/>
                </a:solidFill>
                <a:latin typeface="Trebuchet MS"/>
              </a:rPr>
              <a:t>1</a:t>
            </a:r>
          </a:p>
        </p:txBody>
      </p:sp>
      <p:sp>
        <p:nvSpPr>
          <p:cNvPr id="1006" name="TextBox"/>
          <p:cNvSpPr txBox="1">
            <a:spLocks/>
          </p:cNvSpPr>
          <p:nvPr/>
        </p:nvSpPr>
        <p:spPr>
          <a:xfrm>
            <a:off x="1710682" y="2121459"/>
            <a:ext cx="4548445" cy="365760"/>
          </a:xfrm>
          <a:prstGeom prst="rect">
            <a:avLst/>
          </a:prstGeom>
          <a:noFill/>
        </p:spPr>
        <p:txBody>
          <a:bodyPr vert="horz" lIns="0" tIns="0" rIns="0" bIns="0" rtlCol="0" anchor="t">
            <a:noAutofit/>
          </a:bodyPr>
          <a:lstStyle>
            <a:lvl1pPr marL="0" indent="0" algn="l" defTabSz="914354" rtl="0" eaLnBrk="1" latinLnBrk="0" hangingPunct="1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None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1pPr>
            <a:lvl2pPr marL="228600" indent="-228600" algn="l" defTabSz="914354" rtl="0" eaLnBrk="1" latinLnBrk="0" hangingPunct="1">
              <a:lnSpc>
                <a:spcPct val="114000"/>
              </a:lnSpc>
              <a:spcBef>
                <a:spcPts val="250"/>
              </a:spcBef>
              <a:spcAft>
                <a:spcPts val="0"/>
              </a:spcAft>
              <a:buFont typeface="Trebuchet MS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2pPr>
            <a:lvl3pPr marL="457200" indent="-228600" algn="l" defTabSz="914354" rtl="0" eaLnBrk="1" latinLnBrk="0" hangingPunct="1">
              <a:lnSpc>
                <a:spcPct val="114000"/>
              </a:lnSpc>
              <a:spcBef>
                <a:spcPts val="125"/>
              </a:spcBef>
              <a:spcAft>
                <a:spcPts val="0"/>
              </a:spcAft>
              <a:buFont typeface="Trebuchet MS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3pPr>
            <a:lvl4pPr marL="685800" indent="-228600" algn="l" defTabSz="914354" rtl="0" eaLnBrk="1" latinLnBrk="0" hangingPunct="1">
              <a:lnSpc>
                <a:spcPct val="114000"/>
              </a:lnSpc>
              <a:spcBef>
                <a:spcPts val="125"/>
              </a:spcBef>
              <a:spcAft>
                <a:spcPts val="0"/>
              </a:spcAft>
              <a:buFont typeface="Trebuchet MS" pitchFamily="34" charset="0"/>
              <a:buChar char="»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4pPr>
            <a:lvl5pPr marL="914400" indent="-228600" algn="l" defTabSz="914354" rtl="0" eaLnBrk="1" latinLnBrk="0" hangingPunct="1">
              <a:lnSpc>
                <a:spcPct val="114000"/>
              </a:lnSpc>
              <a:spcBef>
                <a:spcPts val="125"/>
              </a:spcBef>
              <a:spcAft>
                <a:spcPts val="0"/>
              </a:spcAft>
              <a:buFont typeface="Trebuchet MS" pitchFamily="34" charset="0"/>
              <a:buChar char="›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5pPr>
            <a:lvl6pPr marL="1143000" indent="-228600" algn="l" defTabSz="914354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Font typeface="Trebuchet MS" pitchFamily="34" charset="0"/>
              <a:buChar char="◦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6pPr>
            <a:lvl7pPr marL="914400" indent="0" algn="l" defTabSz="91435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7pPr>
            <a:lvl8pPr marL="1143000" indent="-228600" algn="l" defTabSz="91435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Trebuchet MS" pitchFamily="34" charset="0"/>
              <a:buChar char="▫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8pPr>
            <a:lvl9pPr marL="1143000" indent="-228600" algn="l" defTabSz="91435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Trebuchet MS" pitchFamily="34" charset="0"/>
              <a:buChar char="▫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9pPr>
          </a:lstStyle>
          <a:p>
            <a:pPr lvl="0" algn="l"/>
            <a:r>
              <a:rPr lang="en-US" sz="1200" b="1">
                <a:solidFill>
                  <a:schemeClr val="tx1"/>
                </a:solidFill>
                <a:latin typeface="Trebuchet MS"/>
              </a:rPr>
              <a:t>get_workbook_overview</a:t>
            </a:r>
          </a:p>
        </p:txBody>
      </p:sp>
      <p:sp>
        <p:nvSpPr>
          <p:cNvPr id="1007" name="TextBox"/>
          <p:cNvSpPr txBox="1">
            <a:spLocks/>
          </p:cNvSpPr>
          <p:nvPr/>
        </p:nvSpPr>
        <p:spPr>
          <a:xfrm>
            <a:off x="6350567" y="2121459"/>
            <a:ext cx="5286697" cy="365760"/>
          </a:xfrm>
          <a:prstGeom prst="rect">
            <a:avLst/>
          </a:prstGeom>
          <a:noFill/>
        </p:spPr>
        <p:txBody>
          <a:bodyPr vert="horz" lIns="0" tIns="0" rIns="0" bIns="0" rtlCol="0" anchor="t">
            <a:noAutofit/>
          </a:bodyPr>
          <a:lstStyle>
            <a:lvl1pPr marL="0" indent="0" algn="l" defTabSz="914354" rtl="0" eaLnBrk="1" latinLnBrk="0" hangingPunct="1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None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1pPr>
            <a:lvl2pPr marL="228600" indent="-228600" algn="l" defTabSz="914354" rtl="0" eaLnBrk="1" latinLnBrk="0" hangingPunct="1">
              <a:lnSpc>
                <a:spcPct val="114000"/>
              </a:lnSpc>
              <a:spcBef>
                <a:spcPts val="250"/>
              </a:spcBef>
              <a:spcAft>
                <a:spcPts val="0"/>
              </a:spcAft>
              <a:buFont typeface="Trebuchet MS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2pPr>
            <a:lvl3pPr marL="457200" indent="-228600" algn="l" defTabSz="914354" rtl="0" eaLnBrk="1" latinLnBrk="0" hangingPunct="1">
              <a:lnSpc>
                <a:spcPct val="114000"/>
              </a:lnSpc>
              <a:spcBef>
                <a:spcPts val="125"/>
              </a:spcBef>
              <a:spcAft>
                <a:spcPts val="0"/>
              </a:spcAft>
              <a:buFont typeface="Trebuchet MS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3pPr>
            <a:lvl4pPr marL="685800" indent="-228600" algn="l" defTabSz="914354" rtl="0" eaLnBrk="1" latinLnBrk="0" hangingPunct="1">
              <a:lnSpc>
                <a:spcPct val="114000"/>
              </a:lnSpc>
              <a:spcBef>
                <a:spcPts val="125"/>
              </a:spcBef>
              <a:spcAft>
                <a:spcPts val="0"/>
              </a:spcAft>
              <a:buFont typeface="Trebuchet MS" pitchFamily="34" charset="0"/>
              <a:buChar char="»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4pPr>
            <a:lvl5pPr marL="914400" indent="-228600" algn="l" defTabSz="914354" rtl="0" eaLnBrk="1" latinLnBrk="0" hangingPunct="1">
              <a:lnSpc>
                <a:spcPct val="114000"/>
              </a:lnSpc>
              <a:spcBef>
                <a:spcPts val="125"/>
              </a:spcBef>
              <a:spcAft>
                <a:spcPts val="0"/>
              </a:spcAft>
              <a:buFont typeface="Trebuchet MS" pitchFamily="34" charset="0"/>
              <a:buChar char="›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5pPr>
            <a:lvl6pPr marL="1143000" indent="-228600" algn="l" defTabSz="914354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Font typeface="Trebuchet MS" pitchFamily="34" charset="0"/>
              <a:buChar char="◦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6pPr>
            <a:lvl7pPr marL="914400" indent="0" algn="l" defTabSz="91435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7pPr>
            <a:lvl8pPr marL="1143000" indent="-228600" algn="l" defTabSz="91435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Trebuchet MS" pitchFamily="34" charset="0"/>
              <a:buChar char="▫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8pPr>
            <a:lvl9pPr marL="1143000" indent="-228600" algn="l" defTabSz="91435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Trebuchet MS" pitchFamily="34" charset="0"/>
              <a:buChar char="▫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9pPr>
          </a:lstStyle>
          <a:p>
            <a:pPr lvl="0" algn="l"/>
            <a:r>
              <a:rPr lang="en-US" sz="1200">
                <a:solidFill>
                  <a:schemeClr val="tx1"/>
                </a:solidFill>
                <a:latin typeface="Trebuchet MS"/>
              </a:rPr>
              <a:t>Orient — workbook structure or sheet-level detail</a:t>
            </a:r>
          </a:p>
        </p:txBody>
      </p:sp>
      <p:sp>
        <p:nvSpPr>
          <p:cNvPr id="1008" name="TextBox"/>
          <p:cNvSpPr txBox="1">
            <a:spLocks/>
          </p:cNvSpPr>
          <p:nvPr/>
        </p:nvSpPr>
        <p:spPr>
          <a:xfrm>
            <a:off x="554736" y="2578659"/>
            <a:ext cx="1064506" cy="365760"/>
          </a:xfrm>
          <a:prstGeom prst="rect">
            <a:avLst/>
          </a:prstGeom>
          <a:noFill/>
        </p:spPr>
        <p:txBody>
          <a:bodyPr vert="horz" lIns="0" tIns="0" rIns="0" bIns="0" rtlCol="0" anchor="t">
            <a:noAutofit/>
          </a:bodyPr>
          <a:lstStyle>
            <a:lvl1pPr marL="0" indent="0" algn="l" defTabSz="914354" rtl="0" eaLnBrk="1" latinLnBrk="0" hangingPunct="1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None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1pPr>
            <a:lvl2pPr marL="228600" indent="-228600" algn="l" defTabSz="914354" rtl="0" eaLnBrk="1" latinLnBrk="0" hangingPunct="1">
              <a:lnSpc>
                <a:spcPct val="114000"/>
              </a:lnSpc>
              <a:spcBef>
                <a:spcPts val="250"/>
              </a:spcBef>
              <a:spcAft>
                <a:spcPts val="0"/>
              </a:spcAft>
              <a:buFont typeface="Trebuchet MS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2pPr>
            <a:lvl3pPr marL="457200" indent="-228600" algn="l" defTabSz="914354" rtl="0" eaLnBrk="1" latinLnBrk="0" hangingPunct="1">
              <a:lnSpc>
                <a:spcPct val="114000"/>
              </a:lnSpc>
              <a:spcBef>
                <a:spcPts val="125"/>
              </a:spcBef>
              <a:spcAft>
                <a:spcPts val="0"/>
              </a:spcAft>
              <a:buFont typeface="Trebuchet MS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3pPr>
            <a:lvl4pPr marL="685800" indent="-228600" algn="l" defTabSz="914354" rtl="0" eaLnBrk="1" latinLnBrk="0" hangingPunct="1">
              <a:lnSpc>
                <a:spcPct val="114000"/>
              </a:lnSpc>
              <a:spcBef>
                <a:spcPts val="125"/>
              </a:spcBef>
              <a:spcAft>
                <a:spcPts val="0"/>
              </a:spcAft>
              <a:buFont typeface="Trebuchet MS" pitchFamily="34" charset="0"/>
              <a:buChar char="»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4pPr>
            <a:lvl5pPr marL="914400" indent="-228600" algn="l" defTabSz="914354" rtl="0" eaLnBrk="1" latinLnBrk="0" hangingPunct="1">
              <a:lnSpc>
                <a:spcPct val="114000"/>
              </a:lnSpc>
              <a:spcBef>
                <a:spcPts val="125"/>
              </a:spcBef>
              <a:spcAft>
                <a:spcPts val="0"/>
              </a:spcAft>
              <a:buFont typeface="Trebuchet MS" pitchFamily="34" charset="0"/>
              <a:buChar char="›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5pPr>
            <a:lvl6pPr marL="1143000" indent="-228600" algn="l" defTabSz="914354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Font typeface="Trebuchet MS" pitchFamily="34" charset="0"/>
              <a:buChar char="◦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6pPr>
            <a:lvl7pPr marL="914400" indent="0" algn="l" defTabSz="91435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7pPr>
            <a:lvl8pPr marL="1143000" indent="-228600" algn="l" defTabSz="91435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Trebuchet MS" pitchFamily="34" charset="0"/>
              <a:buChar char="▫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8pPr>
            <a:lvl9pPr marL="1143000" indent="-228600" algn="l" defTabSz="91435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Trebuchet MS" pitchFamily="34" charset="0"/>
              <a:buChar char="▫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9pPr>
          </a:lstStyle>
          <a:p>
            <a:pPr lvl="0" algn="l"/>
            <a:r>
              <a:rPr lang="en-US" sz="1200">
                <a:solidFill>
                  <a:schemeClr val="tx1"/>
                </a:solidFill>
                <a:latin typeface="Trebuchet MS"/>
              </a:rPr>
              <a:t>2</a:t>
            </a:r>
          </a:p>
        </p:txBody>
      </p:sp>
      <p:sp>
        <p:nvSpPr>
          <p:cNvPr id="1009" name="TextBox"/>
          <p:cNvSpPr txBox="1">
            <a:spLocks/>
          </p:cNvSpPr>
          <p:nvPr/>
        </p:nvSpPr>
        <p:spPr>
          <a:xfrm>
            <a:off x="1710682" y="2578659"/>
            <a:ext cx="4548445" cy="365760"/>
          </a:xfrm>
          <a:prstGeom prst="rect">
            <a:avLst/>
          </a:prstGeom>
          <a:noFill/>
        </p:spPr>
        <p:txBody>
          <a:bodyPr vert="horz" lIns="0" tIns="0" rIns="0" bIns="0" rtlCol="0" anchor="t">
            <a:noAutofit/>
          </a:bodyPr>
          <a:lstStyle>
            <a:lvl1pPr marL="0" indent="0" algn="l" defTabSz="914354" rtl="0" eaLnBrk="1" latinLnBrk="0" hangingPunct="1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None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1pPr>
            <a:lvl2pPr marL="228600" indent="-228600" algn="l" defTabSz="914354" rtl="0" eaLnBrk="1" latinLnBrk="0" hangingPunct="1">
              <a:lnSpc>
                <a:spcPct val="114000"/>
              </a:lnSpc>
              <a:spcBef>
                <a:spcPts val="250"/>
              </a:spcBef>
              <a:spcAft>
                <a:spcPts val="0"/>
              </a:spcAft>
              <a:buFont typeface="Trebuchet MS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2pPr>
            <a:lvl3pPr marL="457200" indent="-228600" algn="l" defTabSz="914354" rtl="0" eaLnBrk="1" latinLnBrk="0" hangingPunct="1">
              <a:lnSpc>
                <a:spcPct val="114000"/>
              </a:lnSpc>
              <a:spcBef>
                <a:spcPts val="125"/>
              </a:spcBef>
              <a:spcAft>
                <a:spcPts val="0"/>
              </a:spcAft>
              <a:buFont typeface="Trebuchet MS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3pPr>
            <a:lvl4pPr marL="685800" indent="-228600" algn="l" defTabSz="914354" rtl="0" eaLnBrk="1" latinLnBrk="0" hangingPunct="1">
              <a:lnSpc>
                <a:spcPct val="114000"/>
              </a:lnSpc>
              <a:spcBef>
                <a:spcPts val="125"/>
              </a:spcBef>
              <a:spcAft>
                <a:spcPts val="0"/>
              </a:spcAft>
              <a:buFont typeface="Trebuchet MS" pitchFamily="34" charset="0"/>
              <a:buChar char="»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4pPr>
            <a:lvl5pPr marL="914400" indent="-228600" algn="l" defTabSz="914354" rtl="0" eaLnBrk="1" latinLnBrk="0" hangingPunct="1">
              <a:lnSpc>
                <a:spcPct val="114000"/>
              </a:lnSpc>
              <a:spcBef>
                <a:spcPts val="125"/>
              </a:spcBef>
              <a:spcAft>
                <a:spcPts val="0"/>
              </a:spcAft>
              <a:buFont typeface="Trebuchet MS" pitchFamily="34" charset="0"/>
              <a:buChar char="›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5pPr>
            <a:lvl6pPr marL="1143000" indent="-228600" algn="l" defTabSz="914354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Font typeface="Trebuchet MS" pitchFamily="34" charset="0"/>
              <a:buChar char="◦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6pPr>
            <a:lvl7pPr marL="914400" indent="0" algn="l" defTabSz="91435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7pPr>
            <a:lvl8pPr marL="1143000" indent="-228600" algn="l" defTabSz="91435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Trebuchet MS" pitchFamily="34" charset="0"/>
              <a:buChar char="▫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8pPr>
            <a:lvl9pPr marL="1143000" indent="-228600" algn="l" defTabSz="91435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Trebuchet MS" pitchFamily="34" charset="0"/>
              <a:buChar char="▫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9pPr>
          </a:lstStyle>
          <a:p>
            <a:pPr lvl="0" algn="l"/>
            <a:r>
              <a:rPr lang="en-US" sz="1200" b="1">
                <a:solidFill>
                  <a:schemeClr val="tx1"/>
                </a:solidFill>
                <a:latin typeface="Trebuchet MS"/>
              </a:rPr>
              <a:t>read_range</a:t>
            </a:r>
          </a:p>
        </p:txBody>
      </p:sp>
      <p:sp>
        <p:nvSpPr>
          <p:cNvPr id="1010" name="TextBox"/>
          <p:cNvSpPr txBox="1">
            <a:spLocks/>
          </p:cNvSpPr>
          <p:nvPr/>
        </p:nvSpPr>
        <p:spPr>
          <a:xfrm>
            <a:off x="6350567" y="2578659"/>
            <a:ext cx="5286697" cy="365760"/>
          </a:xfrm>
          <a:prstGeom prst="rect">
            <a:avLst/>
          </a:prstGeom>
          <a:noFill/>
        </p:spPr>
        <p:txBody>
          <a:bodyPr vert="horz" lIns="0" tIns="0" rIns="0" bIns="0" rtlCol="0" anchor="t">
            <a:noAutofit/>
          </a:bodyPr>
          <a:lstStyle>
            <a:lvl1pPr marL="0" indent="0" algn="l" defTabSz="914354" rtl="0" eaLnBrk="1" latinLnBrk="0" hangingPunct="1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None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1pPr>
            <a:lvl2pPr marL="228600" indent="-228600" algn="l" defTabSz="914354" rtl="0" eaLnBrk="1" latinLnBrk="0" hangingPunct="1">
              <a:lnSpc>
                <a:spcPct val="114000"/>
              </a:lnSpc>
              <a:spcBef>
                <a:spcPts val="250"/>
              </a:spcBef>
              <a:spcAft>
                <a:spcPts val="0"/>
              </a:spcAft>
              <a:buFont typeface="Trebuchet MS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2pPr>
            <a:lvl3pPr marL="457200" indent="-228600" algn="l" defTabSz="914354" rtl="0" eaLnBrk="1" latinLnBrk="0" hangingPunct="1">
              <a:lnSpc>
                <a:spcPct val="114000"/>
              </a:lnSpc>
              <a:spcBef>
                <a:spcPts val="125"/>
              </a:spcBef>
              <a:spcAft>
                <a:spcPts val="0"/>
              </a:spcAft>
              <a:buFont typeface="Trebuchet MS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3pPr>
            <a:lvl4pPr marL="685800" indent="-228600" algn="l" defTabSz="914354" rtl="0" eaLnBrk="1" latinLnBrk="0" hangingPunct="1">
              <a:lnSpc>
                <a:spcPct val="114000"/>
              </a:lnSpc>
              <a:spcBef>
                <a:spcPts val="125"/>
              </a:spcBef>
              <a:spcAft>
                <a:spcPts val="0"/>
              </a:spcAft>
              <a:buFont typeface="Trebuchet MS" pitchFamily="34" charset="0"/>
              <a:buChar char="»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4pPr>
            <a:lvl5pPr marL="914400" indent="-228600" algn="l" defTabSz="914354" rtl="0" eaLnBrk="1" latinLnBrk="0" hangingPunct="1">
              <a:lnSpc>
                <a:spcPct val="114000"/>
              </a:lnSpc>
              <a:spcBef>
                <a:spcPts val="125"/>
              </a:spcBef>
              <a:spcAft>
                <a:spcPts val="0"/>
              </a:spcAft>
              <a:buFont typeface="Trebuchet MS" pitchFamily="34" charset="0"/>
              <a:buChar char="›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5pPr>
            <a:lvl6pPr marL="1143000" indent="-228600" algn="l" defTabSz="914354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Font typeface="Trebuchet MS" pitchFamily="34" charset="0"/>
              <a:buChar char="◦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6pPr>
            <a:lvl7pPr marL="914400" indent="0" algn="l" defTabSz="91435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7pPr>
            <a:lvl8pPr marL="1143000" indent="-228600" algn="l" defTabSz="91435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Trebuchet MS" pitchFamily="34" charset="0"/>
              <a:buChar char="▫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8pPr>
            <a:lvl9pPr marL="1143000" indent="-228600" algn="l" defTabSz="91435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Trebuchet MS" pitchFamily="34" charset="0"/>
              <a:buChar char="▫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9pPr>
          </a:lstStyle>
          <a:p>
            <a:pPr lvl="0" algn="l"/>
            <a:r>
              <a:rPr lang="en-US" sz="1200">
                <a:solidFill>
                  <a:schemeClr val="tx1"/>
                </a:solidFill>
                <a:latin typeface="Trebuchet MS"/>
              </a:rPr>
              <a:t>Read cells — table, CSV, or detailed format</a:t>
            </a:r>
          </a:p>
        </p:txBody>
      </p:sp>
      <p:sp>
        <p:nvSpPr>
          <p:cNvPr id="1011" name="TextBox"/>
          <p:cNvSpPr txBox="1">
            <a:spLocks/>
          </p:cNvSpPr>
          <p:nvPr/>
        </p:nvSpPr>
        <p:spPr>
          <a:xfrm>
            <a:off x="554736" y="3035859"/>
            <a:ext cx="1064506" cy="365760"/>
          </a:xfrm>
          <a:prstGeom prst="rect">
            <a:avLst/>
          </a:prstGeom>
          <a:noFill/>
        </p:spPr>
        <p:txBody>
          <a:bodyPr vert="horz" lIns="0" tIns="0" rIns="0" bIns="0" rtlCol="0" anchor="t">
            <a:noAutofit/>
          </a:bodyPr>
          <a:lstStyle>
            <a:lvl1pPr marL="0" indent="0" algn="l" defTabSz="914354" rtl="0" eaLnBrk="1" latinLnBrk="0" hangingPunct="1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None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1pPr>
            <a:lvl2pPr marL="228600" indent="-228600" algn="l" defTabSz="914354" rtl="0" eaLnBrk="1" latinLnBrk="0" hangingPunct="1">
              <a:lnSpc>
                <a:spcPct val="114000"/>
              </a:lnSpc>
              <a:spcBef>
                <a:spcPts val="250"/>
              </a:spcBef>
              <a:spcAft>
                <a:spcPts val="0"/>
              </a:spcAft>
              <a:buFont typeface="Trebuchet MS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2pPr>
            <a:lvl3pPr marL="457200" indent="-228600" algn="l" defTabSz="914354" rtl="0" eaLnBrk="1" latinLnBrk="0" hangingPunct="1">
              <a:lnSpc>
                <a:spcPct val="114000"/>
              </a:lnSpc>
              <a:spcBef>
                <a:spcPts val="125"/>
              </a:spcBef>
              <a:spcAft>
                <a:spcPts val="0"/>
              </a:spcAft>
              <a:buFont typeface="Trebuchet MS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3pPr>
            <a:lvl4pPr marL="685800" indent="-228600" algn="l" defTabSz="914354" rtl="0" eaLnBrk="1" latinLnBrk="0" hangingPunct="1">
              <a:lnSpc>
                <a:spcPct val="114000"/>
              </a:lnSpc>
              <a:spcBef>
                <a:spcPts val="125"/>
              </a:spcBef>
              <a:spcAft>
                <a:spcPts val="0"/>
              </a:spcAft>
              <a:buFont typeface="Trebuchet MS" pitchFamily="34" charset="0"/>
              <a:buChar char="»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4pPr>
            <a:lvl5pPr marL="914400" indent="-228600" algn="l" defTabSz="914354" rtl="0" eaLnBrk="1" latinLnBrk="0" hangingPunct="1">
              <a:lnSpc>
                <a:spcPct val="114000"/>
              </a:lnSpc>
              <a:spcBef>
                <a:spcPts val="125"/>
              </a:spcBef>
              <a:spcAft>
                <a:spcPts val="0"/>
              </a:spcAft>
              <a:buFont typeface="Trebuchet MS" pitchFamily="34" charset="0"/>
              <a:buChar char="›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5pPr>
            <a:lvl6pPr marL="1143000" indent="-228600" algn="l" defTabSz="914354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Font typeface="Trebuchet MS" pitchFamily="34" charset="0"/>
              <a:buChar char="◦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6pPr>
            <a:lvl7pPr marL="914400" indent="0" algn="l" defTabSz="91435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7pPr>
            <a:lvl8pPr marL="1143000" indent="-228600" algn="l" defTabSz="91435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Trebuchet MS" pitchFamily="34" charset="0"/>
              <a:buChar char="▫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8pPr>
            <a:lvl9pPr marL="1143000" indent="-228600" algn="l" defTabSz="91435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Trebuchet MS" pitchFamily="34" charset="0"/>
              <a:buChar char="▫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9pPr>
          </a:lstStyle>
          <a:p>
            <a:pPr lvl="0" algn="l"/>
            <a:r>
              <a:rPr lang="en-US" sz="1200">
                <a:solidFill>
                  <a:schemeClr val="tx1"/>
                </a:solidFill>
                <a:latin typeface="Trebuchet MS"/>
              </a:rPr>
              <a:t>3</a:t>
            </a:r>
          </a:p>
        </p:txBody>
      </p:sp>
      <p:sp>
        <p:nvSpPr>
          <p:cNvPr id="1012" name="TextBox"/>
          <p:cNvSpPr txBox="1">
            <a:spLocks/>
          </p:cNvSpPr>
          <p:nvPr/>
        </p:nvSpPr>
        <p:spPr>
          <a:xfrm>
            <a:off x="1710682" y="3035859"/>
            <a:ext cx="4548445" cy="365760"/>
          </a:xfrm>
          <a:prstGeom prst="rect">
            <a:avLst/>
          </a:prstGeom>
          <a:noFill/>
        </p:spPr>
        <p:txBody>
          <a:bodyPr vert="horz" lIns="0" tIns="0" rIns="0" bIns="0" rtlCol="0" anchor="t">
            <a:noAutofit/>
          </a:bodyPr>
          <a:lstStyle>
            <a:lvl1pPr marL="0" indent="0" algn="l" defTabSz="914354" rtl="0" eaLnBrk="1" latinLnBrk="0" hangingPunct="1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None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1pPr>
            <a:lvl2pPr marL="228600" indent="-228600" algn="l" defTabSz="914354" rtl="0" eaLnBrk="1" latinLnBrk="0" hangingPunct="1">
              <a:lnSpc>
                <a:spcPct val="114000"/>
              </a:lnSpc>
              <a:spcBef>
                <a:spcPts val="250"/>
              </a:spcBef>
              <a:spcAft>
                <a:spcPts val="0"/>
              </a:spcAft>
              <a:buFont typeface="Trebuchet MS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2pPr>
            <a:lvl3pPr marL="457200" indent="-228600" algn="l" defTabSz="914354" rtl="0" eaLnBrk="1" latinLnBrk="0" hangingPunct="1">
              <a:lnSpc>
                <a:spcPct val="114000"/>
              </a:lnSpc>
              <a:spcBef>
                <a:spcPts val="125"/>
              </a:spcBef>
              <a:spcAft>
                <a:spcPts val="0"/>
              </a:spcAft>
              <a:buFont typeface="Trebuchet MS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3pPr>
            <a:lvl4pPr marL="685800" indent="-228600" algn="l" defTabSz="914354" rtl="0" eaLnBrk="1" latinLnBrk="0" hangingPunct="1">
              <a:lnSpc>
                <a:spcPct val="114000"/>
              </a:lnSpc>
              <a:spcBef>
                <a:spcPts val="125"/>
              </a:spcBef>
              <a:spcAft>
                <a:spcPts val="0"/>
              </a:spcAft>
              <a:buFont typeface="Trebuchet MS" pitchFamily="34" charset="0"/>
              <a:buChar char="»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4pPr>
            <a:lvl5pPr marL="914400" indent="-228600" algn="l" defTabSz="914354" rtl="0" eaLnBrk="1" latinLnBrk="0" hangingPunct="1">
              <a:lnSpc>
                <a:spcPct val="114000"/>
              </a:lnSpc>
              <a:spcBef>
                <a:spcPts val="125"/>
              </a:spcBef>
              <a:spcAft>
                <a:spcPts val="0"/>
              </a:spcAft>
              <a:buFont typeface="Trebuchet MS" pitchFamily="34" charset="0"/>
              <a:buChar char="›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5pPr>
            <a:lvl6pPr marL="1143000" indent="-228600" algn="l" defTabSz="914354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Font typeface="Trebuchet MS" pitchFamily="34" charset="0"/>
              <a:buChar char="◦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6pPr>
            <a:lvl7pPr marL="914400" indent="0" algn="l" defTabSz="91435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7pPr>
            <a:lvl8pPr marL="1143000" indent="-228600" algn="l" defTabSz="91435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Trebuchet MS" pitchFamily="34" charset="0"/>
              <a:buChar char="▫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8pPr>
            <a:lvl9pPr marL="1143000" indent="-228600" algn="l" defTabSz="91435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Trebuchet MS" pitchFamily="34" charset="0"/>
              <a:buChar char="▫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9pPr>
          </a:lstStyle>
          <a:p>
            <a:pPr lvl="0" algn="l"/>
            <a:r>
              <a:rPr lang="en-US" sz="1200" b="1">
                <a:solidFill>
                  <a:schemeClr val="tx1"/>
                </a:solidFill>
                <a:latin typeface="Trebuchet MS"/>
              </a:rPr>
              <a:t>write_cells</a:t>
            </a:r>
          </a:p>
        </p:txBody>
      </p:sp>
      <p:sp>
        <p:nvSpPr>
          <p:cNvPr id="1013" name="TextBox"/>
          <p:cNvSpPr txBox="1">
            <a:spLocks/>
          </p:cNvSpPr>
          <p:nvPr/>
        </p:nvSpPr>
        <p:spPr>
          <a:xfrm>
            <a:off x="6350567" y="3035859"/>
            <a:ext cx="5286697" cy="365760"/>
          </a:xfrm>
          <a:prstGeom prst="rect">
            <a:avLst/>
          </a:prstGeom>
          <a:noFill/>
        </p:spPr>
        <p:txBody>
          <a:bodyPr vert="horz" lIns="0" tIns="0" rIns="0" bIns="0" rtlCol="0" anchor="t">
            <a:noAutofit/>
          </a:bodyPr>
          <a:lstStyle>
            <a:lvl1pPr marL="0" indent="0" algn="l" defTabSz="914354" rtl="0" eaLnBrk="1" latinLnBrk="0" hangingPunct="1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None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1pPr>
            <a:lvl2pPr marL="228600" indent="-228600" algn="l" defTabSz="914354" rtl="0" eaLnBrk="1" latinLnBrk="0" hangingPunct="1">
              <a:lnSpc>
                <a:spcPct val="114000"/>
              </a:lnSpc>
              <a:spcBef>
                <a:spcPts val="250"/>
              </a:spcBef>
              <a:spcAft>
                <a:spcPts val="0"/>
              </a:spcAft>
              <a:buFont typeface="Trebuchet MS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2pPr>
            <a:lvl3pPr marL="457200" indent="-228600" algn="l" defTabSz="914354" rtl="0" eaLnBrk="1" latinLnBrk="0" hangingPunct="1">
              <a:lnSpc>
                <a:spcPct val="114000"/>
              </a:lnSpc>
              <a:spcBef>
                <a:spcPts val="125"/>
              </a:spcBef>
              <a:spcAft>
                <a:spcPts val="0"/>
              </a:spcAft>
              <a:buFont typeface="Trebuchet MS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3pPr>
            <a:lvl4pPr marL="685800" indent="-228600" algn="l" defTabSz="914354" rtl="0" eaLnBrk="1" latinLnBrk="0" hangingPunct="1">
              <a:lnSpc>
                <a:spcPct val="114000"/>
              </a:lnSpc>
              <a:spcBef>
                <a:spcPts val="125"/>
              </a:spcBef>
              <a:spcAft>
                <a:spcPts val="0"/>
              </a:spcAft>
              <a:buFont typeface="Trebuchet MS" pitchFamily="34" charset="0"/>
              <a:buChar char="»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4pPr>
            <a:lvl5pPr marL="914400" indent="-228600" algn="l" defTabSz="914354" rtl="0" eaLnBrk="1" latinLnBrk="0" hangingPunct="1">
              <a:lnSpc>
                <a:spcPct val="114000"/>
              </a:lnSpc>
              <a:spcBef>
                <a:spcPts val="125"/>
              </a:spcBef>
              <a:spcAft>
                <a:spcPts val="0"/>
              </a:spcAft>
              <a:buFont typeface="Trebuchet MS" pitchFamily="34" charset="0"/>
              <a:buChar char="›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5pPr>
            <a:lvl6pPr marL="1143000" indent="-228600" algn="l" defTabSz="914354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Font typeface="Trebuchet MS" pitchFamily="34" charset="0"/>
              <a:buChar char="◦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6pPr>
            <a:lvl7pPr marL="914400" indent="0" algn="l" defTabSz="91435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7pPr>
            <a:lvl8pPr marL="1143000" indent="-228600" algn="l" defTabSz="91435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Trebuchet MS" pitchFamily="34" charset="0"/>
              <a:buChar char="▫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8pPr>
            <a:lvl9pPr marL="1143000" indent="-228600" algn="l" defTabSz="91435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Trebuchet MS" pitchFamily="34" charset="0"/>
              <a:buChar char="▫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9pPr>
          </a:lstStyle>
          <a:p>
            <a:pPr lvl="0" algn="l"/>
            <a:r>
              <a:rPr lang="en-US" sz="1200">
                <a:solidFill>
                  <a:schemeClr val="tx1"/>
                </a:solidFill>
                <a:latin typeface="Trebuchet MS"/>
              </a:rPr>
              <a:t>Write values/formulas with overwrite protection</a:t>
            </a:r>
          </a:p>
        </p:txBody>
      </p:sp>
      <p:sp>
        <p:nvSpPr>
          <p:cNvPr id="1014" name="TextBox"/>
          <p:cNvSpPr txBox="1">
            <a:spLocks/>
          </p:cNvSpPr>
          <p:nvPr/>
        </p:nvSpPr>
        <p:spPr>
          <a:xfrm>
            <a:off x="554736" y="3493059"/>
            <a:ext cx="1064506" cy="365760"/>
          </a:xfrm>
          <a:prstGeom prst="rect">
            <a:avLst/>
          </a:prstGeom>
          <a:noFill/>
        </p:spPr>
        <p:txBody>
          <a:bodyPr vert="horz" lIns="0" tIns="0" rIns="0" bIns="0" rtlCol="0" anchor="t">
            <a:noAutofit/>
          </a:bodyPr>
          <a:lstStyle>
            <a:lvl1pPr marL="0" indent="0" algn="l" defTabSz="914354" rtl="0" eaLnBrk="1" latinLnBrk="0" hangingPunct="1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None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1pPr>
            <a:lvl2pPr marL="228600" indent="-228600" algn="l" defTabSz="914354" rtl="0" eaLnBrk="1" latinLnBrk="0" hangingPunct="1">
              <a:lnSpc>
                <a:spcPct val="114000"/>
              </a:lnSpc>
              <a:spcBef>
                <a:spcPts val="250"/>
              </a:spcBef>
              <a:spcAft>
                <a:spcPts val="0"/>
              </a:spcAft>
              <a:buFont typeface="Trebuchet MS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2pPr>
            <a:lvl3pPr marL="457200" indent="-228600" algn="l" defTabSz="914354" rtl="0" eaLnBrk="1" latinLnBrk="0" hangingPunct="1">
              <a:lnSpc>
                <a:spcPct val="114000"/>
              </a:lnSpc>
              <a:spcBef>
                <a:spcPts val="125"/>
              </a:spcBef>
              <a:spcAft>
                <a:spcPts val="0"/>
              </a:spcAft>
              <a:buFont typeface="Trebuchet MS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3pPr>
            <a:lvl4pPr marL="685800" indent="-228600" algn="l" defTabSz="914354" rtl="0" eaLnBrk="1" latinLnBrk="0" hangingPunct="1">
              <a:lnSpc>
                <a:spcPct val="114000"/>
              </a:lnSpc>
              <a:spcBef>
                <a:spcPts val="125"/>
              </a:spcBef>
              <a:spcAft>
                <a:spcPts val="0"/>
              </a:spcAft>
              <a:buFont typeface="Trebuchet MS" pitchFamily="34" charset="0"/>
              <a:buChar char="»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4pPr>
            <a:lvl5pPr marL="914400" indent="-228600" algn="l" defTabSz="914354" rtl="0" eaLnBrk="1" latinLnBrk="0" hangingPunct="1">
              <a:lnSpc>
                <a:spcPct val="114000"/>
              </a:lnSpc>
              <a:spcBef>
                <a:spcPts val="125"/>
              </a:spcBef>
              <a:spcAft>
                <a:spcPts val="0"/>
              </a:spcAft>
              <a:buFont typeface="Trebuchet MS" pitchFamily="34" charset="0"/>
              <a:buChar char="›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5pPr>
            <a:lvl6pPr marL="1143000" indent="-228600" algn="l" defTabSz="914354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Font typeface="Trebuchet MS" pitchFamily="34" charset="0"/>
              <a:buChar char="◦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6pPr>
            <a:lvl7pPr marL="914400" indent="0" algn="l" defTabSz="91435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7pPr>
            <a:lvl8pPr marL="1143000" indent="-228600" algn="l" defTabSz="91435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Trebuchet MS" pitchFamily="34" charset="0"/>
              <a:buChar char="▫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8pPr>
            <a:lvl9pPr marL="1143000" indent="-228600" algn="l" defTabSz="91435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Trebuchet MS" pitchFamily="34" charset="0"/>
              <a:buChar char="▫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9pPr>
          </a:lstStyle>
          <a:p>
            <a:pPr lvl="0" algn="l"/>
            <a:r>
              <a:rPr lang="en-US" sz="1200">
                <a:solidFill>
                  <a:schemeClr val="tx1"/>
                </a:solidFill>
                <a:latin typeface="Trebuchet MS"/>
              </a:rPr>
              <a:t>4</a:t>
            </a:r>
          </a:p>
        </p:txBody>
      </p:sp>
      <p:sp>
        <p:nvSpPr>
          <p:cNvPr id="1015" name="TextBox"/>
          <p:cNvSpPr txBox="1">
            <a:spLocks/>
          </p:cNvSpPr>
          <p:nvPr/>
        </p:nvSpPr>
        <p:spPr>
          <a:xfrm>
            <a:off x="1710682" y="3493059"/>
            <a:ext cx="4548445" cy="365760"/>
          </a:xfrm>
          <a:prstGeom prst="rect">
            <a:avLst/>
          </a:prstGeom>
          <a:noFill/>
        </p:spPr>
        <p:txBody>
          <a:bodyPr vert="horz" lIns="0" tIns="0" rIns="0" bIns="0" rtlCol="0" anchor="t">
            <a:noAutofit/>
          </a:bodyPr>
          <a:lstStyle>
            <a:lvl1pPr marL="0" indent="0" algn="l" defTabSz="914354" rtl="0" eaLnBrk="1" latinLnBrk="0" hangingPunct="1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None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1pPr>
            <a:lvl2pPr marL="228600" indent="-228600" algn="l" defTabSz="914354" rtl="0" eaLnBrk="1" latinLnBrk="0" hangingPunct="1">
              <a:lnSpc>
                <a:spcPct val="114000"/>
              </a:lnSpc>
              <a:spcBef>
                <a:spcPts val="250"/>
              </a:spcBef>
              <a:spcAft>
                <a:spcPts val="0"/>
              </a:spcAft>
              <a:buFont typeface="Trebuchet MS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2pPr>
            <a:lvl3pPr marL="457200" indent="-228600" algn="l" defTabSz="914354" rtl="0" eaLnBrk="1" latinLnBrk="0" hangingPunct="1">
              <a:lnSpc>
                <a:spcPct val="114000"/>
              </a:lnSpc>
              <a:spcBef>
                <a:spcPts val="125"/>
              </a:spcBef>
              <a:spcAft>
                <a:spcPts val="0"/>
              </a:spcAft>
              <a:buFont typeface="Trebuchet MS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3pPr>
            <a:lvl4pPr marL="685800" indent="-228600" algn="l" defTabSz="914354" rtl="0" eaLnBrk="1" latinLnBrk="0" hangingPunct="1">
              <a:lnSpc>
                <a:spcPct val="114000"/>
              </a:lnSpc>
              <a:spcBef>
                <a:spcPts val="125"/>
              </a:spcBef>
              <a:spcAft>
                <a:spcPts val="0"/>
              </a:spcAft>
              <a:buFont typeface="Trebuchet MS" pitchFamily="34" charset="0"/>
              <a:buChar char="»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4pPr>
            <a:lvl5pPr marL="914400" indent="-228600" algn="l" defTabSz="914354" rtl="0" eaLnBrk="1" latinLnBrk="0" hangingPunct="1">
              <a:lnSpc>
                <a:spcPct val="114000"/>
              </a:lnSpc>
              <a:spcBef>
                <a:spcPts val="125"/>
              </a:spcBef>
              <a:spcAft>
                <a:spcPts val="0"/>
              </a:spcAft>
              <a:buFont typeface="Trebuchet MS" pitchFamily="34" charset="0"/>
              <a:buChar char="›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5pPr>
            <a:lvl6pPr marL="1143000" indent="-228600" algn="l" defTabSz="914354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Font typeface="Trebuchet MS" pitchFamily="34" charset="0"/>
              <a:buChar char="◦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6pPr>
            <a:lvl7pPr marL="914400" indent="0" algn="l" defTabSz="91435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7pPr>
            <a:lvl8pPr marL="1143000" indent="-228600" algn="l" defTabSz="91435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Trebuchet MS" pitchFamily="34" charset="0"/>
              <a:buChar char="▫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8pPr>
            <a:lvl9pPr marL="1143000" indent="-228600" algn="l" defTabSz="91435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Trebuchet MS" pitchFamily="34" charset="0"/>
              <a:buChar char="▫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9pPr>
          </a:lstStyle>
          <a:p>
            <a:pPr lvl="0" algn="l"/>
            <a:r>
              <a:rPr lang="en-US" sz="1200" b="1">
                <a:solidFill>
                  <a:schemeClr val="tx1"/>
                </a:solidFill>
                <a:latin typeface="Trebuchet MS"/>
              </a:rPr>
              <a:t>fill_formula</a:t>
            </a:r>
          </a:p>
        </p:txBody>
      </p:sp>
      <p:sp>
        <p:nvSpPr>
          <p:cNvPr id="1016" name="TextBox"/>
          <p:cNvSpPr txBox="1">
            <a:spLocks/>
          </p:cNvSpPr>
          <p:nvPr/>
        </p:nvSpPr>
        <p:spPr>
          <a:xfrm>
            <a:off x="6350567" y="3493059"/>
            <a:ext cx="5286697" cy="365760"/>
          </a:xfrm>
          <a:prstGeom prst="rect">
            <a:avLst/>
          </a:prstGeom>
          <a:noFill/>
        </p:spPr>
        <p:txBody>
          <a:bodyPr vert="horz" lIns="0" tIns="0" rIns="0" bIns="0" rtlCol="0" anchor="t">
            <a:noAutofit/>
          </a:bodyPr>
          <a:lstStyle>
            <a:lvl1pPr marL="0" indent="0" algn="l" defTabSz="914354" rtl="0" eaLnBrk="1" latinLnBrk="0" hangingPunct="1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None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1pPr>
            <a:lvl2pPr marL="228600" indent="-228600" algn="l" defTabSz="914354" rtl="0" eaLnBrk="1" latinLnBrk="0" hangingPunct="1">
              <a:lnSpc>
                <a:spcPct val="114000"/>
              </a:lnSpc>
              <a:spcBef>
                <a:spcPts val="250"/>
              </a:spcBef>
              <a:spcAft>
                <a:spcPts val="0"/>
              </a:spcAft>
              <a:buFont typeface="Trebuchet MS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2pPr>
            <a:lvl3pPr marL="457200" indent="-228600" algn="l" defTabSz="914354" rtl="0" eaLnBrk="1" latinLnBrk="0" hangingPunct="1">
              <a:lnSpc>
                <a:spcPct val="114000"/>
              </a:lnSpc>
              <a:spcBef>
                <a:spcPts val="125"/>
              </a:spcBef>
              <a:spcAft>
                <a:spcPts val="0"/>
              </a:spcAft>
              <a:buFont typeface="Trebuchet MS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3pPr>
            <a:lvl4pPr marL="685800" indent="-228600" algn="l" defTabSz="914354" rtl="0" eaLnBrk="1" latinLnBrk="0" hangingPunct="1">
              <a:lnSpc>
                <a:spcPct val="114000"/>
              </a:lnSpc>
              <a:spcBef>
                <a:spcPts val="125"/>
              </a:spcBef>
              <a:spcAft>
                <a:spcPts val="0"/>
              </a:spcAft>
              <a:buFont typeface="Trebuchet MS" pitchFamily="34" charset="0"/>
              <a:buChar char="»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4pPr>
            <a:lvl5pPr marL="914400" indent="-228600" algn="l" defTabSz="914354" rtl="0" eaLnBrk="1" latinLnBrk="0" hangingPunct="1">
              <a:lnSpc>
                <a:spcPct val="114000"/>
              </a:lnSpc>
              <a:spcBef>
                <a:spcPts val="125"/>
              </a:spcBef>
              <a:spcAft>
                <a:spcPts val="0"/>
              </a:spcAft>
              <a:buFont typeface="Trebuchet MS" pitchFamily="34" charset="0"/>
              <a:buChar char="›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5pPr>
            <a:lvl6pPr marL="1143000" indent="-228600" algn="l" defTabSz="914354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Font typeface="Trebuchet MS" pitchFamily="34" charset="0"/>
              <a:buChar char="◦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6pPr>
            <a:lvl7pPr marL="914400" indent="0" algn="l" defTabSz="91435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7pPr>
            <a:lvl8pPr marL="1143000" indent="-228600" algn="l" defTabSz="91435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Trebuchet MS" pitchFamily="34" charset="0"/>
              <a:buChar char="▫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8pPr>
            <a:lvl9pPr marL="1143000" indent="-228600" algn="l" defTabSz="91435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Trebuchet MS" pitchFamily="34" charset="0"/>
              <a:buChar char="▫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9pPr>
          </a:lstStyle>
          <a:p>
            <a:pPr lvl="0" algn="l"/>
            <a:r>
              <a:rPr lang="en-US" sz="1200">
                <a:solidFill>
                  <a:schemeClr val="tx1"/>
                </a:solidFill>
                <a:latin typeface="Trebuchet MS"/>
              </a:rPr>
              <a:t>Fill formula pattern across range (AutoFill)</a:t>
            </a:r>
          </a:p>
        </p:txBody>
      </p:sp>
      <p:sp>
        <p:nvSpPr>
          <p:cNvPr id="1017" name="TextBox"/>
          <p:cNvSpPr txBox="1">
            <a:spLocks/>
          </p:cNvSpPr>
          <p:nvPr/>
        </p:nvSpPr>
        <p:spPr>
          <a:xfrm>
            <a:off x="554736" y="3950259"/>
            <a:ext cx="1064506" cy="365760"/>
          </a:xfrm>
          <a:prstGeom prst="rect">
            <a:avLst/>
          </a:prstGeom>
          <a:noFill/>
        </p:spPr>
        <p:txBody>
          <a:bodyPr vert="horz" lIns="0" tIns="0" rIns="0" bIns="0" rtlCol="0" anchor="t">
            <a:noAutofit/>
          </a:bodyPr>
          <a:lstStyle>
            <a:lvl1pPr marL="0" indent="0" algn="l" defTabSz="914354" rtl="0" eaLnBrk="1" latinLnBrk="0" hangingPunct="1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None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1pPr>
            <a:lvl2pPr marL="228600" indent="-228600" algn="l" defTabSz="914354" rtl="0" eaLnBrk="1" latinLnBrk="0" hangingPunct="1">
              <a:lnSpc>
                <a:spcPct val="114000"/>
              </a:lnSpc>
              <a:spcBef>
                <a:spcPts val="250"/>
              </a:spcBef>
              <a:spcAft>
                <a:spcPts val="0"/>
              </a:spcAft>
              <a:buFont typeface="Trebuchet MS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2pPr>
            <a:lvl3pPr marL="457200" indent="-228600" algn="l" defTabSz="914354" rtl="0" eaLnBrk="1" latinLnBrk="0" hangingPunct="1">
              <a:lnSpc>
                <a:spcPct val="114000"/>
              </a:lnSpc>
              <a:spcBef>
                <a:spcPts val="125"/>
              </a:spcBef>
              <a:spcAft>
                <a:spcPts val="0"/>
              </a:spcAft>
              <a:buFont typeface="Trebuchet MS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3pPr>
            <a:lvl4pPr marL="685800" indent="-228600" algn="l" defTabSz="914354" rtl="0" eaLnBrk="1" latinLnBrk="0" hangingPunct="1">
              <a:lnSpc>
                <a:spcPct val="114000"/>
              </a:lnSpc>
              <a:spcBef>
                <a:spcPts val="125"/>
              </a:spcBef>
              <a:spcAft>
                <a:spcPts val="0"/>
              </a:spcAft>
              <a:buFont typeface="Trebuchet MS" pitchFamily="34" charset="0"/>
              <a:buChar char="»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4pPr>
            <a:lvl5pPr marL="914400" indent="-228600" algn="l" defTabSz="914354" rtl="0" eaLnBrk="1" latinLnBrk="0" hangingPunct="1">
              <a:lnSpc>
                <a:spcPct val="114000"/>
              </a:lnSpc>
              <a:spcBef>
                <a:spcPts val="125"/>
              </a:spcBef>
              <a:spcAft>
                <a:spcPts val="0"/>
              </a:spcAft>
              <a:buFont typeface="Trebuchet MS" pitchFamily="34" charset="0"/>
              <a:buChar char="›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5pPr>
            <a:lvl6pPr marL="1143000" indent="-228600" algn="l" defTabSz="914354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Font typeface="Trebuchet MS" pitchFamily="34" charset="0"/>
              <a:buChar char="◦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6pPr>
            <a:lvl7pPr marL="914400" indent="0" algn="l" defTabSz="91435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7pPr>
            <a:lvl8pPr marL="1143000" indent="-228600" algn="l" defTabSz="91435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Trebuchet MS" pitchFamily="34" charset="0"/>
              <a:buChar char="▫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8pPr>
            <a:lvl9pPr marL="1143000" indent="-228600" algn="l" defTabSz="91435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Trebuchet MS" pitchFamily="34" charset="0"/>
              <a:buChar char="▫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9pPr>
          </a:lstStyle>
          <a:p>
            <a:pPr lvl="0" algn="l"/>
            <a:r>
              <a:rPr lang="en-US" sz="1200">
                <a:solidFill>
                  <a:schemeClr val="tx1"/>
                </a:solidFill>
                <a:latin typeface="Trebuchet MS"/>
              </a:rPr>
              <a:t>5</a:t>
            </a:r>
          </a:p>
        </p:txBody>
      </p:sp>
      <p:sp>
        <p:nvSpPr>
          <p:cNvPr id="1018" name="TextBox"/>
          <p:cNvSpPr txBox="1">
            <a:spLocks/>
          </p:cNvSpPr>
          <p:nvPr/>
        </p:nvSpPr>
        <p:spPr>
          <a:xfrm>
            <a:off x="1710682" y="3950259"/>
            <a:ext cx="4548445" cy="365760"/>
          </a:xfrm>
          <a:prstGeom prst="rect">
            <a:avLst/>
          </a:prstGeom>
          <a:noFill/>
        </p:spPr>
        <p:txBody>
          <a:bodyPr vert="horz" lIns="0" tIns="0" rIns="0" bIns="0" rtlCol="0" anchor="t">
            <a:noAutofit/>
          </a:bodyPr>
          <a:lstStyle>
            <a:lvl1pPr marL="0" indent="0" algn="l" defTabSz="914354" rtl="0" eaLnBrk="1" latinLnBrk="0" hangingPunct="1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None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1pPr>
            <a:lvl2pPr marL="228600" indent="-228600" algn="l" defTabSz="914354" rtl="0" eaLnBrk="1" latinLnBrk="0" hangingPunct="1">
              <a:lnSpc>
                <a:spcPct val="114000"/>
              </a:lnSpc>
              <a:spcBef>
                <a:spcPts val="250"/>
              </a:spcBef>
              <a:spcAft>
                <a:spcPts val="0"/>
              </a:spcAft>
              <a:buFont typeface="Trebuchet MS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2pPr>
            <a:lvl3pPr marL="457200" indent="-228600" algn="l" defTabSz="914354" rtl="0" eaLnBrk="1" latinLnBrk="0" hangingPunct="1">
              <a:lnSpc>
                <a:spcPct val="114000"/>
              </a:lnSpc>
              <a:spcBef>
                <a:spcPts val="125"/>
              </a:spcBef>
              <a:spcAft>
                <a:spcPts val="0"/>
              </a:spcAft>
              <a:buFont typeface="Trebuchet MS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3pPr>
            <a:lvl4pPr marL="685800" indent="-228600" algn="l" defTabSz="914354" rtl="0" eaLnBrk="1" latinLnBrk="0" hangingPunct="1">
              <a:lnSpc>
                <a:spcPct val="114000"/>
              </a:lnSpc>
              <a:spcBef>
                <a:spcPts val="125"/>
              </a:spcBef>
              <a:spcAft>
                <a:spcPts val="0"/>
              </a:spcAft>
              <a:buFont typeface="Trebuchet MS" pitchFamily="34" charset="0"/>
              <a:buChar char="»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4pPr>
            <a:lvl5pPr marL="914400" indent="-228600" algn="l" defTabSz="914354" rtl="0" eaLnBrk="1" latinLnBrk="0" hangingPunct="1">
              <a:lnSpc>
                <a:spcPct val="114000"/>
              </a:lnSpc>
              <a:spcBef>
                <a:spcPts val="125"/>
              </a:spcBef>
              <a:spcAft>
                <a:spcPts val="0"/>
              </a:spcAft>
              <a:buFont typeface="Trebuchet MS" pitchFamily="34" charset="0"/>
              <a:buChar char="›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5pPr>
            <a:lvl6pPr marL="1143000" indent="-228600" algn="l" defTabSz="914354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Font typeface="Trebuchet MS" pitchFamily="34" charset="0"/>
              <a:buChar char="◦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6pPr>
            <a:lvl7pPr marL="914400" indent="0" algn="l" defTabSz="91435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7pPr>
            <a:lvl8pPr marL="1143000" indent="-228600" algn="l" defTabSz="91435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Trebuchet MS" pitchFamily="34" charset="0"/>
              <a:buChar char="▫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8pPr>
            <a:lvl9pPr marL="1143000" indent="-228600" algn="l" defTabSz="91435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Trebuchet MS" pitchFamily="34" charset="0"/>
              <a:buChar char="▫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9pPr>
          </a:lstStyle>
          <a:p>
            <a:pPr lvl="0" algn="l"/>
            <a:r>
              <a:rPr lang="en-US" sz="1200" b="1">
                <a:solidFill>
                  <a:schemeClr val="tx1"/>
                </a:solidFill>
                <a:latin typeface="Trebuchet MS"/>
              </a:rPr>
              <a:t>search_workbook</a:t>
            </a:r>
          </a:p>
        </p:txBody>
      </p:sp>
      <p:sp>
        <p:nvSpPr>
          <p:cNvPr id="1019" name="TextBox"/>
          <p:cNvSpPr txBox="1">
            <a:spLocks/>
          </p:cNvSpPr>
          <p:nvPr/>
        </p:nvSpPr>
        <p:spPr>
          <a:xfrm>
            <a:off x="6350567" y="3950259"/>
            <a:ext cx="5286697" cy="365760"/>
          </a:xfrm>
          <a:prstGeom prst="rect">
            <a:avLst/>
          </a:prstGeom>
          <a:noFill/>
        </p:spPr>
        <p:txBody>
          <a:bodyPr vert="horz" lIns="0" tIns="0" rIns="0" bIns="0" rtlCol="0" anchor="t">
            <a:noAutofit/>
          </a:bodyPr>
          <a:lstStyle>
            <a:lvl1pPr marL="0" indent="0" algn="l" defTabSz="914354" rtl="0" eaLnBrk="1" latinLnBrk="0" hangingPunct="1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None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1pPr>
            <a:lvl2pPr marL="228600" indent="-228600" algn="l" defTabSz="914354" rtl="0" eaLnBrk="1" latinLnBrk="0" hangingPunct="1">
              <a:lnSpc>
                <a:spcPct val="114000"/>
              </a:lnSpc>
              <a:spcBef>
                <a:spcPts val="250"/>
              </a:spcBef>
              <a:spcAft>
                <a:spcPts val="0"/>
              </a:spcAft>
              <a:buFont typeface="Trebuchet MS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2pPr>
            <a:lvl3pPr marL="457200" indent="-228600" algn="l" defTabSz="914354" rtl="0" eaLnBrk="1" latinLnBrk="0" hangingPunct="1">
              <a:lnSpc>
                <a:spcPct val="114000"/>
              </a:lnSpc>
              <a:spcBef>
                <a:spcPts val="125"/>
              </a:spcBef>
              <a:spcAft>
                <a:spcPts val="0"/>
              </a:spcAft>
              <a:buFont typeface="Trebuchet MS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3pPr>
            <a:lvl4pPr marL="685800" indent="-228600" algn="l" defTabSz="914354" rtl="0" eaLnBrk="1" latinLnBrk="0" hangingPunct="1">
              <a:lnSpc>
                <a:spcPct val="114000"/>
              </a:lnSpc>
              <a:spcBef>
                <a:spcPts val="125"/>
              </a:spcBef>
              <a:spcAft>
                <a:spcPts val="0"/>
              </a:spcAft>
              <a:buFont typeface="Trebuchet MS" pitchFamily="34" charset="0"/>
              <a:buChar char="»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4pPr>
            <a:lvl5pPr marL="914400" indent="-228600" algn="l" defTabSz="914354" rtl="0" eaLnBrk="1" latinLnBrk="0" hangingPunct="1">
              <a:lnSpc>
                <a:spcPct val="114000"/>
              </a:lnSpc>
              <a:spcBef>
                <a:spcPts val="125"/>
              </a:spcBef>
              <a:spcAft>
                <a:spcPts val="0"/>
              </a:spcAft>
              <a:buFont typeface="Trebuchet MS" pitchFamily="34" charset="0"/>
              <a:buChar char="›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5pPr>
            <a:lvl6pPr marL="1143000" indent="-228600" algn="l" defTabSz="914354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Font typeface="Trebuchet MS" pitchFamily="34" charset="0"/>
              <a:buChar char="◦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6pPr>
            <a:lvl7pPr marL="914400" indent="0" algn="l" defTabSz="91435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7pPr>
            <a:lvl8pPr marL="1143000" indent="-228600" algn="l" defTabSz="91435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Trebuchet MS" pitchFamily="34" charset="0"/>
              <a:buChar char="▫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8pPr>
            <a:lvl9pPr marL="1143000" indent="-228600" algn="l" defTabSz="91435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Trebuchet MS" pitchFamily="34" charset="0"/>
              <a:buChar char="▫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9pPr>
          </a:lstStyle>
          <a:p>
            <a:pPr lvl="0" algn="l"/>
            <a:r>
              <a:rPr lang="en-US" sz="1200">
                <a:solidFill>
                  <a:schemeClr val="tx1"/>
                </a:solidFill>
                <a:latin typeface="Trebuchet MS"/>
              </a:rPr>
              <a:t>Find anything, optionally with surrounding context</a:t>
            </a:r>
          </a:p>
        </p:txBody>
      </p:sp>
      <p:sp>
        <p:nvSpPr>
          <p:cNvPr id="1020" name="TextBox"/>
          <p:cNvSpPr txBox="1">
            <a:spLocks/>
          </p:cNvSpPr>
          <p:nvPr/>
        </p:nvSpPr>
        <p:spPr>
          <a:xfrm>
            <a:off x="554736" y="4407459"/>
            <a:ext cx="1064506" cy="365760"/>
          </a:xfrm>
          <a:prstGeom prst="rect">
            <a:avLst/>
          </a:prstGeom>
          <a:noFill/>
        </p:spPr>
        <p:txBody>
          <a:bodyPr vert="horz" lIns="0" tIns="0" rIns="0" bIns="0" rtlCol="0" anchor="t">
            <a:noAutofit/>
          </a:bodyPr>
          <a:lstStyle>
            <a:lvl1pPr marL="0" indent="0" algn="l" defTabSz="914354" rtl="0" eaLnBrk="1" latinLnBrk="0" hangingPunct="1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None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1pPr>
            <a:lvl2pPr marL="228600" indent="-228600" algn="l" defTabSz="914354" rtl="0" eaLnBrk="1" latinLnBrk="0" hangingPunct="1">
              <a:lnSpc>
                <a:spcPct val="114000"/>
              </a:lnSpc>
              <a:spcBef>
                <a:spcPts val="250"/>
              </a:spcBef>
              <a:spcAft>
                <a:spcPts val="0"/>
              </a:spcAft>
              <a:buFont typeface="Trebuchet MS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2pPr>
            <a:lvl3pPr marL="457200" indent="-228600" algn="l" defTabSz="914354" rtl="0" eaLnBrk="1" latinLnBrk="0" hangingPunct="1">
              <a:lnSpc>
                <a:spcPct val="114000"/>
              </a:lnSpc>
              <a:spcBef>
                <a:spcPts val="125"/>
              </a:spcBef>
              <a:spcAft>
                <a:spcPts val="0"/>
              </a:spcAft>
              <a:buFont typeface="Trebuchet MS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3pPr>
            <a:lvl4pPr marL="685800" indent="-228600" algn="l" defTabSz="914354" rtl="0" eaLnBrk="1" latinLnBrk="0" hangingPunct="1">
              <a:lnSpc>
                <a:spcPct val="114000"/>
              </a:lnSpc>
              <a:spcBef>
                <a:spcPts val="125"/>
              </a:spcBef>
              <a:spcAft>
                <a:spcPts val="0"/>
              </a:spcAft>
              <a:buFont typeface="Trebuchet MS" pitchFamily="34" charset="0"/>
              <a:buChar char="»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4pPr>
            <a:lvl5pPr marL="914400" indent="-228600" algn="l" defTabSz="914354" rtl="0" eaLnBrk="1" latinLnBrk="0" hangingPunct="1">
              <a:lnSpc>
                <a:spcPct val="114000"/>
              </a:lnSpc>
              <a:spcBef>
                <a:spcPts val="125"/>
              </a:spcBef>
              <a:spcAft>
                <a:spcPts val="0"/>
              </a:spcAft>
              <a:buFont typeface="Trebuchet MS" pitchFamily="34" charset="0"/>
              <a:buChar char="›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5pPr>
            <a:lvl6pPr marL="1143000" indent="-228600" algn="l" defTabSz="914354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Font typeface="Trebuchet MS" pitchFamily="34" charset="0"/>
              <a:buChar char="◦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6pPr>
            <a:lvl7pPr marL="914400" indent="0" algn="l" defTabSz="91435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7pPr>
            <a:lvl8pPr marL="1143000" indent="-228600" algn="l" defTabSz="91435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Trebuchet MS" pitchFamily="34" charset="0"/>
              <a:buChar char="▫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8pPr>
            <a:lvl9pPr marL="1143000" indent="-228600" algn="l" defTabSz="91435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Trebuchet MS" pitchFamily="34" charset="0"/>
              <a:buChar char="▫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9pPr>
          </a:lstStyle>
          <a:p>
            <a:pPr lvl="0" algn="l"/>
            <a:r>
              <a:rPr lang="en-US" sz="1200">
                <a:solidFill>
                  <a:schemeClr val="tx1"/>
                </a:solidFill>
                <a:latin typeface="Trebuchet MS"/>
              </a:rPr>
              <a:t>6</a:t>
            </a:r>
          </a:p>
        </p:txBody>
      </p:sp>
      <p:sp>
        <p:nvSpPr>
          <p:cNvPr id="1021" name="TextBox"/>
          <p:cNvSpPr txBox="1">
            <a:spLocks/>
          </p:cNvSpPr>
          <p:nvPr/>
        </p:nvSpPr>
        <p:spPr>
          <a:xfrm>
            <a:off x="1710682" y="4407459"/>
            <a:ext cx="4548445" cy="365760"/>
          </a:xfrm>
          <a:prstGeom prst="rect">
            <a:avLst/>
          </a:prstGeom>
          <a:noFill/>
        </p:spPr>
        <p:txBody>
          <a:bodyPr vert="horz" lIns="0" tIns="0" rIns="0" bIns="0" rtlCol="0" anchor="t">
            <a:noAutofit/>
          </a:bodyPr>
          <a:lstStyle>
            <a:lvl1pPr marL="0" indent="0" algn="l" defTabSz="914354" rtl="0" eaLnBrk="1" latinLnBrk="0" hangingPunct="1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None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1pPr>
            <a:lvl2pPr marL="228600" indent="-228600" algn="l" defTabSz="914354" rtl="0" eaLnBrk="1" latinLnBrk="0" hangingPunct="1">
              <a:lnSpc>
                <a:spcPct val="114000"/>
              </a:lnSpc>
              <a:spcBef>
                <a:spcPts val="250"/>
              </a:spcBef>
              <a:spcAft>
                <a:spcPts val="0"/>
              </a:spcAft>
              <a:buFont typeface="Trebuchet MS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2pPr>
            <a:lvl3pPr marL="457200" indent="-228600" algn="l" defTabSz="914354" rtl="0" eaLnBrk="1" latinLnBrk="0" hangingPunct="1">
              <a:lnSpc>
                <a:spcPct val="114000"/>
              </a:lnSpc>
              <a:spcBef>
                <a:spcPts val="125"/>
              </a:spcBef>
              <a:spcAft>
                <a:spcPts val="0"/>
              </a:spcAft>
              <a:buFont typeface="Trebuchet MS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3pPr>
            <a:lvl4pPr marL="685800" indent="-228600" algn="l" defTabSz="914354" rtl="0" eaLnBrk="1" latinLnBrk="0" hangingPunct="1">
              <a:lnSpc>
                <a:spcPct val="114000"/>
              </a:lnSpc>
              <a:spcBef>
                <a:spcPts val="125"/>
              </a:spcBef>
              <a:spcAft>
                <a:spcPts val="0"/>
              </a:spcAft>
              <a:buFont typeface="Trebuchet MS" pitchFamily="34" charset="0"/>
              <a:buChar char="»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4pPr>
            <a:lvl5pPr marL="914400" indent="-228600" algn="l" defTabSz="914354" rtl="0" eaLnBrk="1" latinLnBrk="0" hangingPunct="1">
              <a:lnSpc>
                <a:spcPct val="114000"/>
              </a:lnSpc>
              <a:spcBef>
                <a:spcPts val="125"/>
              </a:spcBef>
              <a:spcAft>
                <a:spcPts val="0"/>
              </a:spcAft>
              <a:buFont typeface="Trebuchet MS" pitchFamily="34" charset="0"/>
              <a:buChar char="›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5pPr>
            <a:lvl6pPr marL="1143000" indent="-228600" algn="l" defTabSz="914354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Font typeface="Trebuchet MS" pitchFamily="34" charset="0"/>
              <a:buChar char="◦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6pPr>
            <a:lvl7pPr marL="914400" indent="0" algn="l" defTabSz="91435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7pPr>
            <a:lvl8pPr marL="1143000" indent="-228600" algn="l" defTabSz="91435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Trebuchet MS" pitchFamily="34" charset="0"/>
              <a:buChar char="▫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8pPr>
            <a:lvl9pPr marL="1143000" indent="-228600" algn="l" defTabSz="91435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Trebuchet MS" pitchFamily="34" charset="0"/>
              <a:buChar char="▫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9pPr>
          </a:lstStyle>
          <a:p>
            <a:pPr lvl="0" algn="l"/>
            <a:r>
              <a:rPr lang="en-US" sz="1200" b="1">
                <a:solidFill>
                  <a:schemeClr val="tx1"/>
                </a:solidFill>
                <a:latin typeface="Trebuchet MS"/>
              </a:rPr>
              <a:t>modify_structure</a:t>
            </a:r>
          </a:p>
        </p:txBody>
      </p:sp>
      <p:sp>
        <p:nvSpPr>
          <p:cNvPr id="1022" name="TextBox"/>
          <p:cNvSpPr txBox="1">
            <a:spLocks/>
          </p:cNvSpPr>
          <p:nvPr/>
        </p:nvSpPr>
        <p:spPr>
          <a:xfrm>
            <a:off x="6350567" y="4407459"/>
            <a:ext cx="5286697" cy="365760"/>
          </a:xfrm>
          <a:prstGeom prst="rect">
            <a:avLst/>
          </a:prstGeom>
          <a:noFill/>
        </p:spPr>
        <p:txBody>
          <a:bodyPr vert="horz" lIns="0" tIns="0" rIns="0" bIns="0" rtlCol="0" anchor="t">
            <a:noAutofit/>
          </a:bodyPr>
          <a:lstStyle>
            <a:lvl1pPr marL="0" indent="0" algn="l" defTabSz="914354" rtl="0" eaLnBrk="1" latinLnBrk="0" hangingPunct="1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None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1pPr>
            <a:lvl2pPr marL="228600" indent="-228600" algn="l" defTabSz="914354" rtl="0" eaLnBrk="1" latinLnBrk="0" hangingPunct="1">
              <a:lnSpc>
                <a:spcPct val="114000"/>
              </a:lnSpc>
              <a:spcBef>
                <a:spcPts val="250"/>
              </a:spcBef>
              <a:spcAft>
                <a:spcPts val="0"/>
              </a:spcAft>
              <a:buFont typeface="Trebuchet MS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2pPr>
            <a:lvl3pPr marL="457200" indent="-228600" algn="l" defTabSz="914354" rtl="0" eaLnBrk="1" latinLnBrk="0" hangingPunct="1">
              <a:lnSpc>
                <a:spcPct val="114000"/>
              </a:lnSpc>
              <a:spcBef>
                <a:spcPts val="125"/>
              </a:spcBef>
              <a:spcAft>
                <a:spcPts val="0"/>
              </a:spcAft>
              <a:buFont typeface="Trebuchet MS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3pPr>
            <a:lvl4pPr marL="685800" indent="-228600" algn="l" defTabSz="914354" rtl="0" eaLnBrk="1" latinLnBrk="0" hangingPunct="1">
              <a:lnSpc>
                <a:spcPct val="114000"/>
              </a:lnSpc>
              <a:spcBef>
                <a:spcPts val="125"/>
              </a:spcBef>
              <a:spcAft>
                <a:spcPts val="0"/>
              </a:spcAft>
              <a:buFont typeface="Trebuchet MS" pitchFamily="34" charset="0"/>
              <a:buChar char="»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4pPr>
            <a:lvl5pPr marL="914400" indent="-228600" algn="l" defTabSz="914354" rtl="0" eaLnBrk="1" latinLnBrk="0" hangingPunct="1">
              <a:lnSpc>
                <a:spcPct val="114000"/>
              </a:lnSpc>
              <a:spcBef>
                <a:spcPts val="125"/>
              </a:spcBef>
              <a:spcAft>
                <a:spcPts val="0"/>
              </a:spcAft>
              <a:buFont typeface="Trebuchet MS" pitchFamily="34" charset="0"/>
              <a:buChar char="›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5pPr>
            <a:lvl6pPr marL="1143000" indent="-228600" algn="l" defTabSz="914354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Font typeface="Trebuchet MS" pitchFamily="34" charset="0"/>
              <a:buChar char="◦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6pPr>
            <a:lvl7pPr marL="914400" indent="0" algn="l" defTabSz="91435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7pPr>
            <a:lvl8pPr marL="1143000" indent="-228600" algn="l" defTabSz="91435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Trebuchet MS" pitchFamily="34" charset="0"/>
              <a:buChar char="▫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8pPr>
            <a:lvl9pPr marL="1143000" indent="-228600" algn="l" defTabSz="91435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Trebuchet MS" pitchFamily="34" charset="0"/>
              <a:buChar char="▫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9pPr>
          </a:lstStyle>
          <a:p>
            <a:pPr lvl="0" algn="l"/>
            <a:r>
              <a:rPr lang="en-US" sz="1200">
                <a:solidFill>
                  <a:schemeClr val="tx1"/>
                </a:solidFill>
                <a:latin typeface="Trebuchet MS"/>
              </a:rPr>
              <a:t>Add/remove rows, columns, sheets</a:t>
            </a:r>
          </a:p>
        </p:txBody>
      </p:sp>
      <p:sp>
        <p:nvSpPr>
          <p:cNvPr id="1023" name="TextBox"/>
          <p:cNvSpPr txBox="1">
            <a:spLocks/>
          </p:cNvSpPr>
          <p:nvPr/>
        </p:nvSpPr>
        <p:spPr>
          <a:xfrm>
            <a:off x="554736" y="4864659"/>
            <a:ext cx="1064506" cy="365760"/>
          </a:xfrm>
          <a:prstGeom prst="rect">
            <a:avLst/>
          </a:prstGeom>
          <a:noFill/>
        </p:spPr>
        <p:txBody>
          <a:bodyPr vert="horz" lIns="0" tIns="0" rIns="0" bIns="0" rtlCol="0" anchor="t">
            <a:noAutofit/>
          </a:bodyPr>
          <a:lstStyle>
            <a:lvl1pPr marL="0" indent="0" algn="l" defTabSz="914354" rtl="0" eaLnBrk="1" latinLnBrk="0" hangingPunct="1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None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1pPr>
            <a:lvl2pPr marL="228600" indent="-228600" algn="l" defTabSz="914354" rtl="0" eaLnBrk="1" latinLnBrk="0" hangingPunct="1">
              <a:lnSpc>
                <a:spcPct val="114000"/>
              </a:lnSpc>
              <a:spcBef>
                <a:spcPts val="250"/>
              </a:spcBef>
              <a:spcAft>
                <a:spcPts val="0"/>
              </a:spcAft>
              <a:buFont typeface="Trebuchet MS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2pPr>
            <a:lvl3pPr marL="457200" indent="-228600" algn="l" defTabSz="914354" rtl="0" eaLnBrk="1" latinLnBrk="0" hangingPunct="1">
              <a:lnSpc>
                <a:spcPct val="114000"/>
              </a:lnSpc>
              <a:spcBef>
                <a:spcPts val="125"/>
              </a:spcBef>
              <a:spcAft>
                <a:spcPts val="0"/>
              </a:spcAft>
              <a:buFont typeface="Trebuchet MS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3pPr>
            <a:lvl4pPr marL="685800" indent="-228600" algn="l" defTabSz="914354" rtl="0" eaLnBrk="1" latinLnBrk="0" hangingPunct="1">
              <a:lnSpc>
                <a:spcPct val="114000"/>
              </a:lnSpc>
              <a:spcBef>
                <a:spcPts val="125"/>
              </a:spcBef>
              <a:spcAft>
                <a:spcPts val="0"/>
              </a:spcAft>
              <a:buFont typeface="Trebuchet MS" pitchFamily="34" charset="0"/>
              <a:buChar char="»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4pPr>
            <a:lvl5pPr marL="914400" indent="-228600" algn="l" defTabSz="914354" rtl="0" eaLnBrk="1" latinLnBrk="0" hangingPunct="1">
              <a:lnSpc>
                <a:spcPct val="114000"/>
              </a:lnSpc>
              <a:spcBef>
                <a:spcPts val="125"/>
              </a:spcBef>
              <a:spcAft>
                <a:spcPts val="0"/>
              </a:spcAft>
              <a:buFont typeface="Trebuchet MS" pitchFamily="34" charset="0"/>
              <a:buChar char="›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5pPr>
            <a:lvl6pPr marL="1143000" indent="-228600" algn="l" defTabSz="914354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Font typeface="Trebuchet MS" pitchFamily="34" charset="0"/>
              <a:buChar char="◦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6pPr>
            <a:lvl7pPr marL="914400" indent="0" algn="l" defTabSz="91435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7pPr>
            <a:lvl8pPr marL="1143000" indent="-228600" algn="l" defTabSz="91435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Trebuchet MS" pitchFamily="34" charset="0"/>
              <a:buChar char="▫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8pPr>
            <a:lvl9pPr marL="1143000" indent="-228600" algn="l" defTabSz="91435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Trebuchet MS" pitchFamily="34" charset="0"/>
              <a:buChar char="▫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9pPr>
          </a:lstStyle>
          <a:p>
            <a:pPr lvl="0" algn="l"/>
            <a:r>
              <a:rPr lang="en-US" sz="1200">
                <a:solidFill>
                  <a:schemeClr val="tx1"/>
                </a:solidFill>
                <a:latin typeface="Trebuchet MS"/>
              </a:rPr>
              <a:t>7</a:t>
            </a:r>
          </a:p>
        </p:txBody>
      </p:sp>
      <p:sp>
        <p:nvSpPr>
          <p:cNvPr id="1024" name="TextBox"/>
          <p:cNvSpPr txBox="1">
            <a:spLocks/>
          </p:cNvSpPr>
          <p:nvPr/>
        </p:nvSpPr>
        <p:spPr>
          <a:xfrm>
            <a:off x="1710682" y="4864659"/>
            <a:ext cx="4548445" cy="365760"/>
          </a:xfrm>
          <a:prstGeom prst="rect">
            <a:avLst/>
          </a:prstGeom>
          <a:noFill/>
        </p:spPr>
        <p:txBody>
          <a:bodyPr vert="horz" lIns="0" tIns="0" rIns="0" bIns="0" rtlCol="0" anchor="t">
            <a:noAutofit/>
          </a:bodyPr>
          <a:lstStyle>
            <a:lvl1pPr marL="0" indent="0" algn="l" defTabSz="914354" rtl="0" eaLnBrk="1" latinLnBrk="0" hangingPunct="1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None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1pPr>
            <a:lvl2pPr marL="228600" indent="-228600" algn="l" defTabSz="914354" rtl="0" eaLnBrk="1" latinLnBrk="0" hangingPunct="1">
              <a:lnSpc>
                <a:spcPct val="114000"/>
              </a:lnSpc>
              <a:spcBef>
                <a:spcPts val="250"/>
              </a:spcBef>
              <a:spcAft>
                <a:spcPts val="0"/>
              </a:spcAft>
              <a:buFont typeface="Trebuchet MS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2pPr>
            <a:lvl3pPr marL="457200" indent="-228600" algn="l" defTabSz="914354" rtl="0" eaLnBrk="1" latinLnBrk="0" hangingPunct="1">
              <a:lnSpc>
                <a:spcPct val="114000"/>
              </a:lnSpc>
              <a:spcBef>
                <a:spcPts val="125"/>
              </a:spcBef>
              <a:spcAft>
                <a:spcPts val="0"/>
              </a:spcAft>
              <a:buFont typeface="Trebuchet MS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3pPr>
            <a:lvl4pPr marL="685800" indent="-228600" algn="l" defTabSz="914354" rtl="0" eaLnBrk="1" latinLnBrk="0" hangingPunct="1">
              <a:lnSpc>
                <a:spcPct val="114000"/>
              </a:lnSpc>
              <a:spcBef>
                <a:spcPts val="125"/>
              </a:spcBef>
              <a:spcAft>
                <a:spcPts val="0"/>
              </a:spcAft>
              <a:buFont typeface="Trebuchet MS" pitchFamily="34" charset="0"/>
              <a:buChar char="»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4pPr>
            <a:lvl5pPr marL="914400" indent="-228600" algn="l" defTabSz="914354" rtl="0" eaLnBrk="1" latinLnBrk="0" hangingPunct="1">
              <a:lnSpc>
                <a:spcPct val="114000"/>
              </a:lnSpc>
              <a:spcBef>
                <a:spcPts val="125"/>
              </a:spcBef>
              <a:spcAft>
                <a:spcPts val="0"/>
              </a:spcAft>
              <a:buFont typeface="Trebuchet MS" pitchFamily="34" charset="0"/>
              <a:buChar char="›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5pPr>
            <a:lvl6pPr marL="1143000" indent="-228600" algn="l" defTabSz="914354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Font typeface="Trebuchet MS" pitchFamily="34" charset="0"/>
              <a:buChar char="◦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6pPr>
            <a:lvl7pPr marL="914400" indent="0" algn="l" defTabSz="91435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7pPr>
            <a:lvl8pPr marL="1143000" indent="-228600" algn="l" defTabSz="91435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Trebuchet MS" pitchFamily="34" charset="0"/>
              <a:buChar char="▫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8pPr>
            <a:lvl9pPr marL="1143000" indent="-228600" algn="l" defTabSz="91435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Trebuchet MS" pitchFamily="34" charset="0"/>
              <a:buChar char="▫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9pPr>
          </a:lstStyle>
          <a:p>
            <a:pPr lvl="0" algn="l"/>
            <a:r>
              <a:rPr lang="en-US" sz="1200" b="1">
                <a:solidFill>
                  <a:schemeClr val="tx1"/>
                </a:solidFill>
                <a:latin typeface="Trebuchet MS"/>
              </a:rPr>
              <a:t>format_cells</a:t>
            </a:r>
          </a:p>
        </p:txBody>
      </p:sp>
      <p:sp>
        <p:nvSpPr>
          <p:cNvPr id="1025" name="TextBox"/>
          <p:cNvSpPr txBox="1">
            <a:spLocks/>
          </p:cNvSpPr>
          <p:nvPr/>
        </p:nvSpPr>
        <p:spPr>
          <a:xfrm>
            <a:off x="6350567" y="4864659"/>
            <a:ext cx="5286697" cy="365760"/>
          </a:xfrm>
          <a:prstGeom prst="rect">
            <a:avLst/>
          </a:prstGeom>
          <a:noFill/>
        </p:spPr>
        <p:txBody>
          <a:bodyPr vert="horz" lIns="0" tIns="0" rIns="0" bIns="0" rtlCol="0" anchor="t">
            <a:noAutofit/>
          </a:bodyPr>
          <a:lstStyle>
            <a:lvl1pPr marL="0" indent="0" algn="l" defTabSz="914354" rtl="0" eaLnBrk="1" latinLnBrk="0" hangingPunct="1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None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1pPr>
            <a:lvl2pPr marL="228600" indent="-228600" algn="l" defTabSz="914354" rtl="0" eaLnBrk="1" latinLnBrk="0" hangingPunct="1">
              <a:lnSpc>
                <a:spcPct val="114000"/>
              </a:lnSpc>
              <a:spcBef>
                <a:spcPts val="250"/>
              </a:spcBef>
              <a:spcAft>
                <a:spcPts val="0"/>
              </a:spcAft>
              <a:buFont typeface="Trebuchet MS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2pPr>
            <a:lvl3pPr marL="457200" indent="-228600" algn="l" defTabSz="914354" rtl="0" eaLnBrk="1" latinLnBrk="0" hangingPunct="1">
              <a:lnSpc>
                <a:spcPct val="114000"/>
              </a:lnSpc>
              <a:spcBef>
                <a:spcPts val="125"/>
              </a:spcBef>
              <a:spcAft>
                <a:spcPts val="0"/>
              </a:spcAft>
              <a:buFont typeface="Trebuchet MS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3pPr>
            <a:lvl4pPr marL="685800" indent="-228600" algn="l" defTabSz="914354" rtl="0" eaLnBrk="1" latinLnBrk="0" hangingPunct="1">
              <a:lnSpc>
                <a:spcPct val="114000"/>
              </a:lnSpc>
              <a:spcBef>
                <a:spcPts val="125"/>
              </a:spcBef>
              <a:spcAft>
                <a:spcPts val="0"/>
              </a:spcAft>
              <a:buFont typeface="Trebuchet MS" pitchFamily="34" charset="0"/>
              <a:buChar char="»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4pPr>
            <a:lvl5pPr marL="914400" indent="-228600" algn="l" defTabSz="914354" rtl="0" eaLnBrk="1" latinLnBrk="0" hangingPunct="1">
              <a:lnSpc>
                <a:spcPct val="114000"/>
              </a:lnSpc>
              <a:spcBef>
                <a:spcPts val="125"/>
              </a:spcBef>
              <a:spcAft>
                <a:spcPts val="0"/>
              </a:spcAft>
              <a:buFont typeface="Trebuchet MS" pitchFamily="34" charset="0"/>
              <a:buChar char="›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5pPr>
            <a:lvl6pPr marL="1143000" indent="-228600" algn="l" defTabSz="914354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Font typeface="Trebuchet MS" pitchFamily="34" charset="0"/>
              <a:buChar char="◦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6pPr>
            <a:lvl7pPr marL="914400" indent="0" algn="l" defTabSz="91435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7pPr>
            <a:lvl8pPr marL="1143000" indent="-228600" algn="l" defTabSz="91435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Trebuchet MS" pitchFamily="34" charset="0"/>
              <a:buChar char="▫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8pPr>
            <a:lvl9pPr marL="1143000" indent="-228600" algn="l" defTabSz="91435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Trebuchet MS" pitchFamily="34" charset="0"/>
              <a:buChar char="▫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9pPr>
          </a:lstStyle>
          <a:p>
            <a:pPr lvl="0" algn="l"/>
            <a:r>
              <a:rPr lang="en-US" sz="1200">
                <a:solidFill>
                  <a:schemeClr val="tx1"/>
                </a:solidFill>
                <a:latin typeface="Trebuchet MS"/>
              </a:rPr>
              <a:t>Cell-level visual formatting</a:t>
            </a:r>
          </a:p>
        </p:txBody>
      </p:sp>
      <p:sp>
        <p:nvSpPr>
          <p:cNvPr id="1026" name="TextBox"/>
          <p:cNvSpPr txBox="1">
            <a:spLocks/>
          </p:cNvSpPr>
          <p:nvPr/>
        </p:nvSpPr>
        <p:spPr>
          <a:xfrm>
            <a:off x="554736" y="5321859"/>
            <a:ext cx="1064506" cy="365760"/>
          </a:xfrm>
          <a:prstGeom prst="rect">
            <a:avLst/>
          </a:prstGeom>
          <a:noFill/>
        </p:spPr>
        <p:txBody>
          <a:bodyPr vert="horz" lIns="0" tIns="0" rIns="0" bIns="0" rtlCol="0" anchor="t">
            <a:noAutofit/>
          </a:bodyPr>
          <a:lstStyle>
            <a:lvl1pPr marL="0" indent="0" algn="l" defTabSz="914354" rtl="0" eaLnBrk="1" latinLnBrk="0" hangingPunct="1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None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1pPr>
            <a:lvl2pPr marL="228600" indent="-228600" algn="l" defTabSz="914354" rtl="0" eaLnBrk="1" latinLnBrk="0" hangingPunct="1">
              <a:lnSpc>
                <a:spcPct val="114000"/>
              </a:lnSpc>
              <a:spcBef>
                <a:spcPts val="250"/>
              </a:spcBef>
              <a:spcAft>
                <a:spcPts val="0"/>
              </a:spcAft>
              <a:buFont typeface="Trebuchet MS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2pPr>
            <a:lvl3pPr marL="457200" indent="-228600" algn="l" defTabSz="914354" rtl="0" eaLnBrk="1" latinLnBrk="0" hangingPunct="1">
              <a:lnSpc>
                <a:spcPct val="114000"/>
              </a:lnSpc>
              <a:spcBef>
                <a:spcPts val="125"/>
              </a:spcBef>
              <a:spcAft>
                <a:spcPts val="0"/>
              </a:spcAft>
              <a:buFont typeface="Trebuchet MS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3pPr>
            <a:lvl4pPr marL="685800" indent="-228600" algn="l" defTabSz="914354" rtl="0" eaLnBrk="1" latinLnBrk="0" hangingPunct="1">
              <a:lnSpc>
                <a:spcPct val="114000"/>
              </a:lnSpc>
              <a:spcBef>
                <a:spcPts val="125"/>
              </a:spcBef>
              <a:spcAft>
                <a:spcPts val="0"/>
              </a:spcAft>
              <a:buFont typeface="Trebuchet MS" pitchFamily="34" charset="0"/>
              <a:buChar char="»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4pPr>
            <a:lvl5pPr marL="914400" indent="-228600" algn="l" defTabSz="914354" rtl="0" eaLnBrk="1" latinLnBrk="0" hangingPunct="1">
              <a:lnSpc>
                <a:spcPct val="114000"/>
              </a:lnSpc>
              <a:spcBef>
                <a:spcPts val="125"/>
              </a:spcBef>
              <a:spcAft>
                <a:spcPts val="0"/>
              </a:spcAft>
              <a:buFont typeface="Trebuchet MS" pitchFamily="34" charset="0"/>
              <a:buChar char="›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5pPr>
            <a:lvl6pPr marL="1143000" indent="-228600" algn="l" defTabSz="914354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Font typeface="Trebuchet MS" pitchFamily="34" charset="0"/>
              <a:buChar char="◦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6pPr>
            <a:lvl7pPr marL="914400" indent="0" algn="l" defTabSz="91435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7pPr>
            <a:lvl8pPr marL="1143000" indent="-228600" algn="l" defTabSz="91435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Trebuchet MS" pitchFamily="34" charset="0"/>
              <a:buChar char="▫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8pPr>
            <a:lvl9pPr marL="1143000" indent="-228600" algn="l" defTabSz="91435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Trebuchet MS" pitchFamily="34" charset="0"/>
              <a:buChar char="▫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9pPr>
          </a:lstStyle>
          <a:p>
            <a:pPr lvl="0" algn="l"/>
            <a:r>
              <a:rPr lang="en-US" sz="1200">
                <a:solidFill>
                  <a:schemeClr val="tx1"/>
                </a:solidFill>
                <a:latin typeface="Trebuchet MS"/>
              </a:rPr>
              <a:t>8</a:t>
            </a:r>
          </a:p>
        </p:txBody>
      </p:sp>
      <p:sp>
        <p:nvSpPr>
          <p:cNvPr id="1027" name="TextBox"/>
          <p:cNvSpPr txBox="1">
            <a:spLocks/>
          </p:cNvSpPr>
          <p:nvPr/>
        </p:nvSpPr>
        <p:spPr>
          <a:xfrm>
            <a:off x="1710682" y="5321859"/>
            <a:ext cx="4548445" cy="365760"/>
          </a:xfrm>
          <a:prstGeom prst="rect">
            <a:avLst/>
          </a:prstGeom>
          <a:noFill/>
        </p:spPr>
        <p:txBody>
          <a:bodyPr vert="horz" lIns="0" tIns="0" rIns="0" bIns="0" rtlCol="0" anchor="t">
            <a:noAutofit/>
          </a:bodyPr>
          <a:lstStyle>
            <a:lvl1pPr marL="0" indent="0" algn="l" defTabSz="914354" rtl="0" eaLnBrk="1" latinLnBrk="0" hangingPunct="1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None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1pPr>
            <a:lvl2pPr marL="228600" indent="-228600" algn="l" defTabSz="914354" rtl="0" eaLnBrk="1" latinLnBrk="0" hangingPunct="1">
              <a:lnSpc>
                <a:spcPct val="114000"/>
              </a:lnSpc>
              <a:spcBef>
                <a:spcPts val="250"/>
              </a:spcBef>
              <a:spcAft>
                <a:spcPts val="0"/>
              </a:spcAft>
              <a:buFont typeface="Trebuchet MS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2pPr>
            <a:lvl3pPr marL="457200" indent="-228600" algn="l" defTabSz="914354" rtl="0" eaLnBrk="1" latinLnBrk="0" hangingPunct="1">
              <a:lnSpc>
                <a:spcPct val="114000"/>
              </a:lnSpc>
              <a:spcBef>
                <a:spcPts val="125"/>
              </a:spcBef>
              <a:spcAft>
                <a:spcPts val="0"/>
              </a:spcAft>
              <a:buFont typeface="Trebuchet MS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3pPr>
            <a:lvl4pPr marL="685800" indent="-228600" algn="l" defTabSz="914354" rtl="0" eaLnBrk="1" latinLnBrk="0" hangingPunct="1">
              <a:lnSpc>
                <a:spcPct val="114000"/>
              </a:lnSpc>
              <a:spcBef>
                <a:spcPts val="125"/>
              </a:spcBef>
              <a:spcAft>
                <a:spcPts val="0"/>
              </a:spcAft>
              <a:buFont typeface="Trebuchet MS" pitchFamily="34" charset="0"/>
              <a:buChar char="»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4pPr>
            <a:lvl5pPr marL="914400" indent="-228600" algn="l" defTabSz="914354" rtl="0" eaLnBrk="1" latinLnBrk="0" hangingPunct="1">
              <a:lnSpc>
                <a:spcPct val="114000"/>
              </a:lnSpc>
              <a:spcBef>
                <a:spcPts val="125"/>
              </a:spcBef>
              <a:spcAft>
                <a:spcPts val="0"/>
              </a:spcAft>
              <a:buFont typeface="Trebuchet MS" pitchFamily="34" charset="0"/>
              <a:buChar char="›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5pPr>
            <a:lvl6pPr marL="1143000" indent="-228600" algn="l" defTabSz="914354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Font typeface="Trebuchet MS" pitchFamily="34" charset="0"/>
              <a:buChar char="◦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6pPr>
            <a:lvl7pPr marL="914400" indent="0" algn="l" defTabSz="91435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7pPr>
            <a:lvl8pPr marL="1143000" indent="-228600" algn="l" defTabSz="91435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Trebuchet MS" pitchFamily="34" charset="0"/>
              <a:buChar char="▫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8pPr>
            <a:lvl9pPr marL="1143000" indent="-228600" algn="l" defTabSz="91435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Trebuchet MS" pitchFamily="34" charset="0"/>
              <a:buChar char="▫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9pPr>
          </a:lstStyle>
          <a:p>
            <a:pPr lvl="0" algn="l"/>
            <a:r>
              <a:rPr lang="en-US" sz="1200" b="1">
                <a:solidFill>
                  <a:schemeClr val="tx1"/>
                </a:solidFill>
                <a:latin typeface="Trebuchet MS"/>
              </a:rPr>
              <a:t>conditional_format</a:t>
            </a:r>
          </a:p>
        </p:txBody>
      </p:sp>
      <p:sp>
        <p:nvSpPr>
          <p:cNvPr id="1028" name="TextBox"/>
          <p:cNvSpPr txBox="1">
            <a:spLocks/>
          </p:cNvSpPr>
          <p:nvPr/>
        </p:nvSpPr>
        <p:spPr>
          <a:xfrm>
            <a:off x="6350567" y="5321859"/>
            <a:ext cx="5286697" cy="365760"/>
          </a:xfrm>
          <a:prstGeom prst="rect">
            <a:avLst/>
          </a:prstGeom>
          <a:noFill/>
        </p:spPr>
        <p:txBody>
          <a:bodyPr vert="horz" lIns="0" tIns="0" rIns="0" bIns="0" rtlCol="0" anchor="t">
            <a:noAutofit/>
          </a:bodyPr>
          <a:lstStyle>
            <a:lvl1pPr marL="0" indent="0" algn="l" defTabSz="914354" rtl="0" eaLnBrk="1" latinLnBrk="0" hangingPunct="1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None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1pPr>
            <a:lvl2pPr marL="228600" indent="-228600" algn="l" defTabSz="914354" rtl="0" eaLnBrk="1" latinLnBrk="0" hangingPunct="1">
              <a:lnSpc>
                <a:spcPct val="114000"/>
              </a:lnSpc>
              <a:spcBef>
                <a:spcPts val="250"/>
              </a:spcBef>
              <a:spcAft>
                <a:spcPts val="0"/>
              </a:spcAft>
              <a:buFont typeface="Trebuchet MS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2pPr>
            <a:lvl3pPr marL="457200" indent="-228600" algn="l" defTabSz="914354" rtl="0" eaLnBrk="1" latinLnBrk="0" hangingPunct="1">
              <a:lnSpc>
                <a:spcPct val="114000"/>
              </a:lnSpc>
              <a:spcBef>
                <a:spcPts val="125"/>
              </a:spcBef>
              <a:spcAft>
                <a:spcPts val="0"/>
              </a:spcAft>
              <a:buFont typeface="Trebuchet MS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3pPr>
            <a:lvl4pPr marL="685800" indent="-228600" algn="l" defTabSz="914354" rtl="0" eaLnBrk="1" latinLnBrk="0" hangingPunct="1">
              <a:lnSpc>
                <a:spcPct val="114000"/>
              </a:lnSpc>
              <a:spcBef>
                <a:spcPts val="125"/>
              </a:spcBef>
              <a:spcAft>
                <a:spcPts val="0"/>
              </a:spcAft>
              <a:buFont typeface="Trebuchet MS" pitchFamily="34" charset="0"/>
              <a:buChar char="»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4pPr>
            <a:lvl5pPr marL="914400" indent="-228600" algn="l" defTabSz="914354" rtl="0" eaLnBrk="1" latinLnBrk="0" hangingPunct="1">
              <a:lnSpc>
                <a:spcPct val="114000"/>
              </a:lnSpc>
              <a:spcBef>
                <a:spcPts val="125"/>
              </a:spcBef>
              <a:spcAft>
                <a:spcPts val="0"/>
              </a:spcAft>
              <a:buFont typeface="Trebuchet MS" pitchFamily="34" charset="0"/>
              <a:buChar char="›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5pPr>
            <a:lvl6pPr marL="1143000" indent="-228600" algn="l" defTabSz="914354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Font typeface="Trebuchet MS" pitchFamily="34" charset="0"/>
              <a:buChar char="◦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6pPr>
            <a:lvl7pPr marL="914400" indent="0" algn="l" defTabSz="91435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7pPr>
            <a:lvl8pPr marL="1143000" indent="-228600" algn="l" defTabSz="91435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Trebuchet MS" pitchFamily="34" charset="0"/>
              <a:buChar char="▫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8pPr>
            <a:lvl9pPr marL="1143000" indent="-228600" algn="l" defTabSz="91435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Trebuchet MS" pitchFamily="34" charset="0"/>
              <a:buChar char="▫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9pPr>
          </a:lstStyle>
          <a:p>
            <a:pPr lvl="0" algn="l"/>
            <a:r>
              <a:rPr lang="en-US" sz="1200">
                <a:solidFill>
                  <a:schemeClr val="tx1"/>
                </a:solidFill>
                <a:latin typeface="Trebuchet MS"/>
              </a:rPr>
              <a:t>Rule-based conditional formatting</a:t>
            </a:r>
          </a:p>
        </p:txBody>
      </p:sp>
      <p:sp>
        <p:nvSpPr>
          <p:cNvPr id="1029" name="TextBox"/>
          <p:cNvSpPr txBox="1">
            <a:spLocks/>
          </p:cNvSpPr>
          <p:nvPr/>
        </p:nvSpPr>
        <p:spPr>
          <a:xfrm>
            <a:off x="554736" y="5779059"/>
            <a:ext cx="1064506" cy="365760"/>
          </a:xfrm>
          <a:prstGeom prst="rect">
            <a:avLst/>
          </a:prstGeom>
          <a:noFill/>
        </p:spPr>
        <p:txBody>
          <a:bodyPr vert="horz" lIns="0" tIns="0" rIns="0" bIns="0" rtlCol="0" anchor="t">
            <a:noAutofit/>
          </a:bodyPr>
          <a:lstStyle>
            <a:lvl1pPr marL="0" indent="0" algn="l" defTabSz="914354" rtl="0" eaLnBrk="1" latinLnBrk="0" hangingPunct="1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None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1pPr>
            <a:lvl2pPr marL="228600" indent="-228600" algn="l" defTabSz="914354" rtl="0" eaLnBrk="1" latinLnBrk="0" hangingPunct="1">
              <a:lnSpc>
                <a:spcPct val="114000"/>
              </a:lnSpc>
              <a:spcBef>
                <a:spcPts val="250"/>
              </a:spcBef>
              <a:spcAft>
                <a:spcPts val="0"/>
              </a:spcAft>
              <a:buFont typeface="Trebuchet MS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2pPr>
            <a:lvl3pPr marL="457200" indent="-228600" algn="l" defTabSz="914354" rtl="0" eaLnBrk="1" latinLnBrk="0" hangingPunct="1">
              <a:lnSpc>
                <a:spcPct val="114000"/>
              </a:lnSpc>
              <a:spcBef>
                <a:spcPts val="125"/>
              </a:spcBef>
              <a:spcAft>
                <a:spcPts val="0"/>
              </a:spcAft>
              <a:buFont typeface="Trebuchet MS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3pPr>
            <a:lvl4pPr marL="685800" indent="-228600" algn="l" defTabSz="914354" rtl="0" eaLnBrk="1" latinLnBrk="0" hangingPunct="1">
              <a:lnSpc>
                <a:spcPct val="114000"/>
              </a:lnSpc>
              <a:spcBef>
                <a:spcPts val="125"/>
              </a:spcBef>
              <a:spcAft>
                <a:spcPts val="0"/>
              </a:spcAft>
              <a:buFont typeface="Trebuchet MS" pitchFamily="34" charset="0"/>
              <a:buChar char="»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4pPr>
            <a:lvl5pPr marL="914400" indent="-228600" algn="l" defTabSz="914354" rtl="0" eaLnBrk="1" latinLnBrk="0" hangingPunct="1">
              <a:lnSpc>
                <a:spcPct val="114000"/>
              </a:lnSpc>
              <a:spcBef>
                <a:spcPts val="125"/>
              </a:spcBef>
              <a:spcAft>
                <a:spcPts val="0"/>
              </a:spcAft>
              <a:buFont typeface="Trebuchet MS" pitchFamily="34" charset="0"/>
              <a:buChar char="›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5pPr>
            <a:lvl6pPr marL="1143000" indent="-228600" algn="l" defTabSz="914354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Font typeface="Trebuchet MS" pitchFamily="34" charset="0"/>
              <a:buChar char="◦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6pPr>
            <a:lvl7pPr marL="914400" indent="0" algn="l" defTabSz="91435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7pPr>
            <a:lvl8pPr marL="1143000" indent="-228600" algn="l" defTabSz="91435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Trebuchet MS" pitchFamily="34" charset="0"/>
              <a:buChar char="▫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8pPr>
            <a:lvl9pPr marL="1143000" indent="-228600" algn="l" defTabSz="91435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Trebuchet MS" pitchFamily="34" charset="0"/>
              <a:buChar char="▫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9pPr>
          </a:lstStyle>
          <a:p>
            <a:pPr lvl="0" algn="l"/>
            <a:r>
              <a:rPr lang="en-US" sz="1200">
                <a:solidFill>
                  <a:schemeClr val="tx1"/>
                </a:solidFill>
                <a:latin typeface="Trebuchet MS"/>
              </a:rPr>
              <a:t>9</a:t>
            </a:r>
          </a:p>
        </p:txBody>
      </p:sp>
      <p:sp>
        <p:nvSpPr>
          <p:cNvPr id="1030" name="TextBox"/>
          <p:cNvSpPr txBox="1">
            <a:spLocks/>
          </p:cNvSpPr>
          <p:nvPr/>
        </p:nvSpPr>
        <p:spPr>
          <a:xfrm>
            <a:off x="1710682" y="5779059"/>
            <a:ext cx="4548445" cy="365760"/>
          </a:xfrm>
          <a:prstGeom prst="rect">
            <a:avLst/>
          </a:prstGeom>
          <a:noFill/>
        </p:spPr>
        <p:txBody>
          <a:bodyPr vert="horz" lIns="0" tIns="0" rIns="0" bIns="0" rtlCol="0" anchor="t">
            <a:noAutofit/>
          </a:bodyPr>
          <a:lstStyle>
            <a:lvl1pPr marL="0" indent="0" algn="l" defTabSz="914354" rtl="0" eaLnBrk="1" latinLnBrk="0" hangingPunct="1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None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1pPr>
            <a:lvl2pPr marL="228600" indent="-228600" algn="l" defTabSz="914354" rtl="0" eaLnBrk="1" latinLnBrk="0" hangingPunct="1">
              <a:lnSpc>
                <a:spcPct val="114000"/>
              </a:lnSpc>
              <a:spcBef>
                <a:spcPts val="250"/>
              </a:spcBef>
              <a:spcAft>
                <a:spcPts val="0"/>
              </a:spcAft>
              <a:buFont typeface="Trebuchet MS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2pPr>
            <a:lvl3pPr marL="457200" indent="-228600" algn="l" defTabSz="914354" rtl="0" eaLnBrk="1" latinLnBrk="0" hangingPunct="1">
              <a:lnSpc>
                <a:spcPct val="114000"/>
              </a:lnSpc>
              <a:spcBef>
                <a:spcPts val="125"/>
              </a:spcBef>
              <a:spcAft>
                <a:spcPts val="0"/>
              </a:spcAft>
              <a:buFont typeface="Trebuchet MS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3pPr>
            <a:lvl4pPr marL="685800" indent="-228600" algn="l" defTabSz="914354" rtl="0" eaLnBrk="1" latinLnBrk="0" hangingPunct="1">
              <a:lnSpc>
                <a:spcPct val="114000"/>
              </a:lnSpc>
              <a:spcBef>
                <a:spcPts val="125"/>
              </a:spcBef>
              <a:spcAft>
                <a:spcPts val="0"/>
              </a:spcAft>
              <a:buFont typeface="Trebuchet MS" pitchFamily="34" charset="0"/>
              <a:buChar char="»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4pPr>
            <a:lvl5pPr marL="914400" indent="-228600" algn="l" defTabSz="914354" rtl="0" eaLnBrk="1" latinLnBrk="0" hangingPunct="1">
              <a:lnSpc>
                <a:spcPct val="114000"/>
              </a:lnSpc>
              <a:spcBef>
                <a:spcPts val="125"/>
              </a:spcBef>
              <a:spcAft>
                <a:spcPts val="0"/>
              </a:spcAft>
              <a:buFont typeface="Trebuchet MS" pitchFamily="34" charset="0"/>
              <a:buChar char="›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5pPr>
            <a:lvl6pPr marL="1143000" indent="-228600" algn="l" defTabSz="914354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Font typeface="Trebuchet MS" pitchFamily="34" charset="0"/>
              <a:buChar char="◦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6pPr>
            <a:lvl7pPr marL="914400" indent="0" algn="l" defTabSz="91435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7pPr>
            <a:lvl8pPr marL="1143000" indent="-228600" algn="l" defTabSz="91435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Trebuchet MS" pitchFamily="34" charset="0"/>
              <a:buChar char="▫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8pPr>
            <a:lvl9pPr marL="1143000" indent="-228600" algn="l" defTabSz="91435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Trebuchet MS" pitchFamily="34" charset="0"/>
              <a:buChar char="▫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9pPr>
          </a:lstStyle>
          <a:p>
            <a:pPr lvl="0" algn="l"/>
            <a:r>
              <a:rPr lang="en-US" sz="1200" b="1">
                <a:solidFill>
                  <a:schemeClr val="tx1"/>
                </a:solidFill>
                <a:latin typeface="Trebuchet MS"/>
              </a:rPr>
              <a:t>trace_dependencies</a:t>
            </a:r>
          </a:p>
        </p:txBody>
      </p:sp>
      <p:sp>
        <p:nvSpPr>
          <p:cNvPr id="1031" name="TextBox"/>
          <p:cNvSpPr txBox="1">
            <a:spLocks/>
          </p:cNvSpPr>
          <p:nvPr/>
        </p:nvSpPr>
        <p:spPr>
          <a:xfrm>
            <a:off x="6350567" y="5779059"/>
            <a:ext cx="5286697" cy="365760"/>
          </a:xfrm>
          <a:prstGeom prst="rect">
            <a:avLst/>
          </a:prstGeom>
          <a:noFill/>
        </p:spPr>
        <p:txBody>
          <a:bodyPr vert="horz" lIns="0" tIns="0" rIns="0" bIns="0" rtlCol="0" anchor="t">
            <a:noAutofit/>
          </a:bodyPr>
          <a:lstStyle>
            <a:lvl1pPr marL="0" indent="0" algn="l" defTabSz="914354" rtl="0" eaLnBrk="1" latinLnBrk="0" hangingPunct="1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None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1pPr>
            <a:lvl2pPr marL="228600" indent="-228600" algn="l" defTabSz="914354" rtl="0" eaLnBrk="1" latinLnBrk="0" hangingPunct="1">
              <a:lnSpc>
                <a:spcPct val="114000"/>
              </a:lnSpc>
              <a:spcBef>
                <a:spcPts val="250"/>
              </a:spcBef>
              <a:spcAft>
                <a:spcPts val="0"/>
              </a:spcAft>
              <a:buFont typeface="Trebuchet MS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2pPr>
            <a:lvl3pPr marL="457200" indent="-228600" algn="l" defTabSz="914354" rtl="0" eaLnBrk="1" latinLnBrk="0" hangingPunct="1">
              <a:lnSpc>
                <a:spcPct val="114000"/>
              </a:lnSpc>
              <a:spcBef>
                <a:spcPts val="125"/>
              </a:spcBef>
              <a:spcAft>
                <a:spcPts val="0"/>
              </a:spcAft>
              <a:buFont typeface="Trebuchet MS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3pPr>
            <a:lvl4pPr marL="685800" indent="-228600" algn="l" defTabSz="914354" rtl="0" eaLnBrk="1" latinLnBrk="0" hangingPunct="1">
              <a:lnSpc>
                <a:spcPct val="114000"/>
              </a:lnSpc>
              <a:spcBef>
                <a:spcPts val="125"/>
              </a:spcBef>
              <a:spcAft>
                <a:spcPts val="0"/>
              </a:spcAft>
              <a:buFont typeface="Trebuchet MS" pitchFamily="34" charset="0"/>
              <a:buChar char="»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4pPr>
            <a:lvl5pPr marL="914400" indent="-228600" algn="l" defTabSz="914354" rtl="0" eaLnBrk="1" latinLnBrk="0" hangingPunct="1">
              <a:lnSpc>
                <a:spcPct val="114000"/>
              </a:lnSpc>
              <a:spcBef>
                <a:spcPts val="125"/>
              </a:spcBef>
              <a:spcAft>
                <a:spcPts val="0"/>
              </a:spcAft>
              <a:buFont typeface="Trebuchet MS" pitchFamily="34" charset="0"/>
              <a:buChar char="›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5pPr>
            <a:lvl6pPr marL="1143000" indent="-228600" algn="l" defTabSz="914354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Font typeface="Trebuchet MS" pitchFamily="34" charset="0"/>
              <a:buChar char="◦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6pPr>
            <a:lvl7pPr marL="914400" indent="0" algn="l" defTabSz="91435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7pPr>
            <a:lvl8pPr marL="1143000" indent="-228600" algn="l" defTabSz="91435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Trebuchet MS" pitchFamily="34" charset="0"/>
              <a:buChar char="▫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8pPr>
            <a:lvl9pPr marL="1143000" indent="-228600" algn="l" defTabSz="91435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Trebuchet MS" pitchFamily="34" charset="0"/>
              <a:buChar char="▫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9pPr>
          </a:lstStyle>
          <a:p>
            <a:pPr lvl="0" algn="l"/>
            <a:r>
              <a:rPr lang="en-US" sz="1200">
                <a:solidFill>
                  <a:schemeClr val="tx1"/>
                </a:solidFill>
                <a:latin typeface="Trebuchet MS"/>
              </a:rPr>
              <a:t>Formula dependency tree</a:t>
            </a:r>
          </a:p>
        </p:txBody>
      </p:sp>
      <p:sp>
        <p:nvSpPr>
          <p:cNvPr id="1032" name="TextBox"/>
          <p:cNvSpPr txBox="1">
            <a:spLocks/>
          </p:cNvSpPr>
          <p:nvPr/>
        </p:nvSpPr>
        <p:spPr>
          <a:xfrm>
            <a:off x="554736" y="6236259"/>
            <a:ext cx="1064506" cy="164541"/>
          </a:xfrm>
          <a:prstGeom prst="rect">
            <a:avLst/>
          </a:prstGeom>
          <a:noFill/>
        </p:spPr>
        <p:txBody>
          <a:bodyPr vert="horz" lIns="0" tIns="0" rIns="0" bIns="0" rtlCol="0" anchor="t">
            <a:noAutofit/>
          </a:bodyPr>
          <a:lstStyle>
            <a:lvl1pPr marL="0" indent="0" algn="l" defTabSz="914354" rtl="0" eaLnBrk="1" latinLnBrk="0" hangingPunct="1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None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1pPr>
            <a:lvl2pPr marL="228600" indent="-228600" algn="l" defTabSz="914354" rtl="0" eaLnBrk="1" latinLnBrk="0" hangingPunct="1">
              <a:lnSpc>
                <a:spcPct val="114000"/>
              </a:lnSpc>
              <a:spcBef>
                <a:spcPts val="250"/>
              </a:spcBef>
              <a:spcAft>
                <a:spcPts val="0"/>
              </a:spcAft>
              <a:buFont typeface="Trebuchet MS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2pPr>
            <a:lvl3pPr marL="457200" indent="-228600" algn="l" defTabSz="914354" rtl="0" eaLnBrk="1" latinLnBrk="0" hangingPunct="1">
              <a:lnSpc>
                <a:spcPct val="114000"/>
              </a:lnSpc>
              <a:spcBef>
                <a:spcPts val="125"/>
              </a:spcBef>
              <a:spcAft>
                <a:spcPts val="0"/>
              </a:spcAft>
              <a:buFont typeface="Trebuchet MS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3pPr>
            <a:lvl4pPr marL="685800" indent="-228600" algn="l" defTabSz="914354" rtl="0" eaLnBrk="1" latinLnBrk="0" hangingPunct="1">
              <a:lnSpc>
                <a:spcPct val="114000"/>
              </a:lnSpc>
              <a:spcBef>
                <a:spcPts val="125"/>
              </a:spcBef>
              <a:spcAft>
                <a:spcPts val="0"/>
              </a:spcAft>
              <a:buFont typeface="Trebuchet MS" pitchFamily="34" charset="0"/>
              <a:buChar char="»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4pPr>
            <a:lvl5pPr marL="914400" indent="-228600" algn="l" defTabSz="914354" rtl="0" eaLnBrk="1" latinLnBrk="0" hangingPunct="1">
              <a:lnSpc>
                <a:spcPct val="114000"/>
              </a:lnSpc>
              <a:spcBef>
                <a:spcPts val="125"/>
              </a:spcBef>
              <a:spcAft>
                <a:spcPts val="0"/>
              </a:spcAft>
              <a:buFont typeface="Trebuchet MS" pitchFamily="34" charset="0"/>
              <a:buChar char="›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5pPr>
            <a:lvl6pPr marL="1143000" indent="-228600" algn="l" defTabSz="914354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Font typeface="Trebuchet MS" pitchFamily="34" charset="0"/>
              <a:buChar char="◦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6pPr>
            <a:lvl7pPr marL="914400" indent="0" algn="l" defTabSz="91435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7pPr>
            <a:lvl8pPr marL="1143000" indent="-228600" algn="l" defTabSz="91435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Trebuchet MS" pitchFamily="34" charset="0"/>
              <a:buChar char="▫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8pPr>
            <a:lvl9pPr marL="1143000" indent="-228600" algn="l" defTabSz="91435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Trebuchet MS" pitchFamily="34" charset="0"/>
              <a:buChar char="▫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9pPr>
          </a:lstStyle>
          <a:p>
            <a:pPr lvl="0" algn="l"/>
            <a:r>
              <a:rPr lang="en-US" sz="1200">
                <a:solidFill>
                  <a:schemeClr val="tx1"/>
                </a:solidFill>
                <a:latin typeface="Trebuchet MS"/>
              </a:rPr>
              <a:t>10</a:t>
            </a:r>
          </a:p>
        </p:txBody>
      </p:sp>
      <p:sp>
        <p:nvSpPr>
          <p:cNvPr id="1033" name="TextBox"/>
          <p:cNvSpPr txBox="1">
            <a:spLocks/>
          </p:cNvSpPr>
          <p:nvPr/>
        </p:nvSpPr>
        <p:spPr>
          <a:xfrm>
            <a:off x="1710682" y="6236259"/>
            <a:ext cx="4548445" cy="164541"/>
          </a:xfrm>
          <a:prstGeom prst="rect">
            <a:avLst/>
          </a:prstGeom>
          <a:noFill/>
        </p:spPr>
        <p:txBody>
          <a:bodyPr vert="horz" lIns="0" tIns="0" rIns="0" bIns="0" rtlCol="0" anchor="t">
            <a:noAutofit/>
          </a:bodyPr>
          <a:lstStyle>
            <a:lvl1pPr marL="0" indent="0" algn="l" defTabSz="914354" rtl="0" eaLnBrk="1" latinLnBrk="0" hangingPunct="1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None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1pPr>
            <a:lvl2pPr marL="228600" indent="-228600" algn="l" defTabSz="914354" rtl="0" eaLnBrk="1" latinLnBrk="0" hangingPunct="1">
              <a:lnSpc>
                <a:spcPct val="114000"/>
              </a:lnSpc>
              <a:spcBef>
                <a:spcPts val="250"/>
              </a:spcBef>
              <a:spcAft>
                <a:spcPts val="0"/>
              </a:spcAft>
              <a:buFont typeface="Trebuchet MS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2pPr>
            <a:lvl3pPr marL="457200" indent="-228600" algn="l" defTabSz="914354" rtl="0" eaLnBrk="1" latinLnBrk="0" hangingPunct="1">
              <a:lnSpc>
                <a:spcPct val="114000"/>
              </a:lnSpc>
              <a:spcBef>
                <a:spcPts val="125"/>
              </a:spcBef>
              <a:spcAft>
                <a:spcPts val="0"/>
              </a:spcAft>
              <a:buFont typeface="Trebuchet MS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3pPr>
            <a:lvl4pPr marL="685800" indent="-228600" algn="l" defTabSz="914354" rtl="0" eaLnBrk="1" latinLnBrk="0" hangingPunct="1">
              <a:lnSpc>
                <a:spcPct val="114000"/>
              </a:lnSpc>
              <a:spcBef>
                <a:spcPts val="125"/>
              </a:spcBef>
              <a:spcAft>
                <a:spcPts val="0"/>
              </a:spcAft>
              <a:buFont typeface="Trebuchet MS" pitchFamily="34" charset="0"/>
              <a:buChar char="»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4pPr>
            <a:lvl5pPr marL="914400" indent="-228600" algn="l" defTabSz="914354" rtl="0" eaLnBrk="1" latinLnBrk="0" hangingPunct="1">
              <a:lnSpc>
                <a:spcPct val="114000"/>
              </a:lnSpc>
              <a:spcBef>
                <a:spcPts val="125"/>
              </a:spcBef>
              <a:spcAft>
                <a:spcPts val="0"/>
              </a:spcAft>
              <a:buFont typeface="Trebuchet MS" pitchFamily="34" charset="0"/>
              <a:buChar char="›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5pPr>
            <a:lvl6pPr marL="1143000" indent="-228600" algn="l" defTabSz="914354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Font typeface="Trebuchet MS" pitchFamily="34" charset="0"/>
              <a:buChar char="◦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6pPr>
            <a:lvl7pPr marL="914400" indent="0" algn="l" defTabSz="91435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7pPr>
            <a:lvl8pPr marL="1143000" indent="-228600" algn="l" defTabSz="91435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Trebuchet MS" pitchFamily="34" charset="0"/>
              <a:buChar char="▫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8pPr>
            <a:lvl9pPr marL="1143000" indent="-228600" algn="l" defTabSz="91435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Trebuchet MS" pitchFamily="34" charset="0"/>
              <a:buChar char="▫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9pPr>
          </a:lstStyle>
          <a:p>
            <a:pPr lvl="0" algn="l"/>
            <a:r>
              <a:rPr lang="en-US" sz="1200" b="1">
                <a:solidFill>
                  <a:schemeClr val="tx1"/>
                </a:solidFill>
                <a:latin typeface="Trebuchet MS"/>
              </a:rPr>
              <a:t>view_settings</a:t>
            </a:r>
          </a:p>
        </p:txBody>
      </p:sp>
      <p:sp>
        <p:nvSpPr>
          <p:cNvPr id="1034" name="TextBox"/>
          <p:cNvSpPr txBox="1">
            <a:spLocks/>
          </p:cNvSpPr>
          <p:nvPr/>
        </p:nvSpPr>
        <p:spPr>
          <a:xfrm>
            <a:off x="6350567" y="6236259"/>
            <a:ext cx="5286697" cy="164541"/>
          </a:xfrm>
          <a:prstGeom prst="rect">
            <a:avLst/>
          </a:prstGeom>
          <a:noFill/>
        </p:spPr>
        <p:txBody>
          <a:bodyPr vert="horz" lIns="0" tIns="0" rIns="0" bIns="0" rtlCol="0" anchor="t">
            <a:noAutofit/>
          </a:bodyPr>
          <a:lstStyle>
            <a:lvl1pPr marL="0" indent="0" algn="l" defTabSz="914354" rtl="0" eaLnBrk="1" latinLnBrk="0" hangingPunct="1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None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1pPr>
            <a:lvl2pPr marL="228600" indent="-228600" algn="l" defTabSz="914354" rtl="0" eaLnBrk="1" latinLnBrk="0" hangingPunct="1">
              <a:lnSpc>
                <a:spcPct val="114000"/>
              </a:lnSpc>
              <a:spcBef>
                <a:spcPts val="250"/>
              </a:spcBef>
              <a:spcAft>
                <a:spcPts val="0"/>
              </a:spcAft>
              <a:buFont typeface="Trebuchet MS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2pPr>
            <a:lvl3pPr marL="457200" indent="-228600" algn="l" defTabSz="914354" rtl="0" eaLnBrk="1" latinLnBrk="0" hangingPunct="1">
              <a:lnSpc>
                <a:spcPct val="114000"/>
              </a:lnSpc>
              <a:spcBef>
                <a:spcPts val="125"/>
              </a:spcBef>
              <a:spcAft>
                <a:spcPts val="0"/>
              </a:spcAft>
              <a:buFont typeface="Trebuchet MS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3pPr>
            <a:lvl4pPr marL="685800" indent="-228600" algn="l" defTabSz="914354" rtl="0" eaLnBrk="1" latinLnBrk="0" hangingPunct="1">
              <a:lnSpc>
                <a:spcPct val="114000"/>
              </a:lnSpc>
              <a:spcBef>
                <a:spcPts val="125"/>
              </a:spcBef>
              <a:spcAft>
                <a:spcPts val="0"/>
              </a:spcAft>
              <a:buFont typeface="Trebuchet MS" pitchFamily="34" charset="0"/>
              <a:buChar char="»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4pPr>
            <a:lvl5pPr marL="914400" indent="-228600" algn="l" defTabSz="914354" rtl="0" eaLnBrk="1" latinLnBrk="0" hangingPunct="1">
              <a:lnSpc>
                <a:spcPct val="114000"/>
              </a:lnSpc>
              <a:spcBef>
                <a:spcPts val="125"/>
              </a:spcBef>
              <a:spcAft>
                <a:spcPts val="0"/>
              </a:spcAft>
              <a:buFont typeface="Trebuchet MS" pitchFamily="34" charset="0"/>
              <a:buChar char="›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5pPr>
            <a:lvl6pPr marL="1143000" indent="-228600" algn="l" defTabSz="914354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Font typeface="Trebuchet MS" pitchFamily="34" charset="0"/>
              <a:buChar char="◦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6pPr>
            <a:lvl7pPr marL="914400" indent="0" algn="l" defTabSz="91435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7pPr>
            <a:lvl8pPr marL="1143000" indent="-228600" algn="l" defTabSz="91435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Trebuchet MS" pitchFamily="34" charset="0"/>
              <a:buChar char="▫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8pPr>
            <a:lvl9pPr marL="1143000" indent="-228600" algn="l" defTabSz="91435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Trebuchet MS" pitchFamily="34" charset="0"/>
              <a:buChar char="▫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9pPr>
          </a:lstStyle>
          <a:p>
            <a:pPr lvl="0" algn="l"/>
            <a:r>
              <a:rPr lang="en-US" sz="1200">
                <a:solidFill>
                  <a:schemeClr val="tx1"/>
                </a:solidFill>
                <a:latin typeface="Trebuchet MS"/>
              </a:rPr>
              <a:t>Gridlines, freeze, headings, tab color</a:t>
            </a:r>
          </a:p>
        </p:txBody>
      </p:sp>
      <p:cxnSp>
        <p:nvCxnSpPr>
          <p:cNvPr id="1035" name="Line"/>
          <p:cNvCxnSpPr/>
          <p:nvPr/>
        </p:nvCxnSpPr>
        <p:spPr>
          <a:xfrm>
            <a:off x="554736" y="2532939"/>
            <a:ext cx="11082528" cy="0"/>
          </a:xfrm>
          <a:prstGeom prst="line">
            <a:avLst/>
          </a:prstGeom>
          <a:ln w="6350">
            <a:solidFill>
              <a:schemeClr val="dk2"/>
            </a:solidFill>
          </a:ln>
        </p:spPr>
      </p:cxnSp>
      <p:cxnSp>
        <p:nvCxnSpPr>
          <p:cNvPr id="1036" name="Line"/>
          <p:cNvCxnSpPr/>
          <p:nvPr/>
        </p:nvCxnSpPr>
        <p:spPr>
          <a:xfrm>
            <a:off x="554736" y="2990139"/>
            <a:ext cx="11082528" cy="0"/>
          </a:xfrm>
          <a:prstGeom prst="line">
            <a:avLst/>
          </a:prstGeom>
          <a:ln w="6350">
            <a:solidFill>
              <a:schemeClr val="dk2"/>
            </a:solidFill>
          </a:ln>
        </p:spPr>
      </p:cxnSp>
      <p:cxnSp>
        <p:nvCxnSpPr>
          <p:cNvPr id="1037" name="Line"/>
          <p:cNvCxnSpPr/>
          <p:nvPr/>
        </p:nvCxnSpPr>
        <p:spPr>
          <a:xfrm>
            <a:off x="554736" y="3447339"/>
            <a:ext cx="11082528" cy="0"/>
          </a:xfrm>
          <a:prstGeom prst="line">
            <a:avLst/>
          </a:prstGeom>
          <a:ln w="6350">
            <a:solidFill>
              <a:schemeClr val="dk2"/>
            </a:solidFill>
          </a:ln>
        </p:spPr>
      </p:cxnSp>
      <p:cxnSp>
        <p:nvCxnSpPr>
          <p:cNvPr id="1038" name="Line"/>
          <p:cNvCxnSpPr/>
          <p:nvPr/>
        </p:nvCxnSpPr>
        <p:spPr>
          <a:xfrm>
            <a:off x="554736" y="3904539"/>
            <a:ext cx="11082528" cy="0"/>
          </a:xfrm>
          <a:prstGeom prst="line">
            <a:avLst/>
          </a:prstGeom>
          <a:ln w="6350">
            <a:solidFill>
              <a:schemeClr val="dk2"/>
            </a:solidFill>
          </a:ln>
        </p:spPr>
      </p:cxnSp>
      <p:cxnSp>
        <p:nvCxnSpPr>
          <p:cNvPr id="1039" name="Line"/>
          <p:cNvCxnSpPr/>
          <p:nvPr/>
        </p:nvCxnSpPr>
        <p:spPr>
          <a:xfrm>
            <a:off x="554736" y="4361739"/>
            <a:ext cx="11082528" cy="0"/>
          </a:xfrm>
          <a:prstGeom prst="line">
            <a:avLst/>
          </a:prstGeom>
          <a:ln w="6350">
            <a:solidFill>
              <a:schemeClr val="dk2"/>
            </a:solidFill>
          </a:ln>
        </p:spPr>
      </p:cxnSp>
      <p:cxnSp>
        <p:nvCxnSpPr>
          <p:cNvPr id="1040" name="Line"/>
          <p:cNvCxnSpPr/>
          <p:nvPr/>
        </p:nvCxnSpPr>
        <p:spPr>
          <a:xfrm>
            <a:off x="554736" y="4818939"/>
            <a:ext cx="11082528" cy="0"/>
          </a:xfrm>
          <a:prstGeom prst="line">
            <a:avLst/>
          </a:prstGeom>
          <a:ln w="6350">
            <a:solidFill>
              <a:schemeClr val="dk2"/>
            </a:solidFill>
          </a:ln>
        </p:spPr>
      </p:cxnSp>
      <p:cxnSp>
        <p:nvCxnSpPr>
          <p:cNvPr id="1041" name="Line"/>
          <p:cNvCxnSpPr/>
          <p:nvPr/>
        </p:nvCxnSpPr>
        <p:spPr>
          <a:xfrm>
            <a:off x="554736" y="5276139"/>
            <a:ext cx="11082528" cy="0"/>
          </a:xfrm>
          <a:prstGeom prst="line">
            <a:avLst/>
          </a:prstGeom>
          <a:ln w="6350">
            <a:solidFill>
              <a:schemeClr val="dk2"/>
            </a:solidFill>
          </a:ln>
        </p:spPr>
      </p:cxnSp>
      <p:cxnSp>
        <p:nvCxnSpPr>
          <p:cNvPr id="1042" name="Line"/>
          <p:cNvCxnSpPr/>
          <p:nvPr/>
        </p:nvCxnSpPr>
        <p:spPr>
          <a:xfrm>
            <a:off x="554736" y="5733339"/>
            <a:ext cx="11082528" cy="0"/>
          </a:xfrm>
          <a:prstGeom prst="line">
            <a:avLst/>
          </a:prstGeom>
          <a:ln w="6350">
            <a:solidFill>
              <a:schemeClr val="dk2"/>
            </a:solidFill>
          </a:ln>
        </p:spPr>
      </p:cxnSp>
      <p:cxnSp>
        <p:nvCxnSpPr>
          <p:cNvPr id="1043" name="Line"/>
          <p:cNvCxnSpPr/>
          <p:nvPr/>
        </p:nvCxnSpPr>
        <p:spPr>
          <a:xfrm>
            <a:off x="554736" y="6190539"/>
            <a:ext cx="11082528" cy="0"/>
          </a:xfrm>
          <a:prstGeom prst="line">
            <a:avLst/>
          </a:prstGeom>
          <a:ln w="6350">
            <a:solidFill>
              <a:schemeClr val="dk2"/>
            </a:solidFill>
          </a:ln>
        </p:spPr>
      </p:cxn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Progressive disclosure for new capabilities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Dynamic tool injection — the model sees only what's relevant</a:t>
            </a:r>
          </a:p>
        </p:txBody>
      </p:sp>
      <p:sp>
        <p:nvSpPr>
          <p:cNvPr id="1001" name="TextBox"/>
          <p:cNvSpPr txBox="1">
            <a:spLocks/>
          </p:cNvSpPr>
          <p:nvPr/>
        </p:nvSpPr>
        <p:spPr>
          <a:xfrm>
            <a:off x="1883723" y="1759719"/>
            <a:ext cx="1871104" cy="290515"/>
          </a:xfrm>
          <a:prstGeom prst="rect">
            <a:avLst/>
          </a:prstGeom>
          <a:noFill/>
        </p:spPr>
        <p:txBody>
          <a:bodyPr vert="horz" lIns="0" tIns="0" rIns="0" bIns="0" rtlCol="0" anchor="b">
            <a:noAutofit/>
          </a:bodyPr>
          <a:lstStyle>
            <a:lvl1pPr marL="0" indent="0" algn="l" defTabSz="914354" rtl="0" eaLnBrk="1" latinLnBrk="0" hangingPunct="1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None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1pPr>
            <a:lvl2pPr marL="228600" indent="-228600" algn="l" defTabSz="914354" rtl="0" eaLnBrk="1" latinLnBrk="0" hangingPunct="1">
              <a:lnSpc>
                <a:spcPct val="114000"/>
              </a:lnSpc>
              <a:spcBef>
                <a:spcPts val="250"/>
              </a:spcBef>
              <a:spcAft>
                <a:spcPts val="0"/>
              </a:spcAft>
              <a:buFont typeface="Trebuchet MS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2pPr>
            <a:lvl3pPr marL="457200" indent="-228600" algn="l" defTabSz="914354" rtl="0" eaLnBrk="1" latinLnBrk="0" hangingPunct="1">
              <a:lnSpc>
                <a:spcPct val="114000"/>
              </a:lnSpc>
              <a:spcBef>
                <a:spcPts val="125"/>
              </a:spcBef>
              <a:spcAft>
                <a:spcPts val="0"/>
              </a:spcAft>
              <a:buFont typeface="Trebuchet MS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3pPr>
            <a:lvl4pPr marL="685800" indent="-228600" algn="l" defTabSz="914354" rtl="0" eaLnBrk="1" latinLnBrk="0" hangingPunct="1">
              <a:lnSpc>
                <a:spcPct val="114000"/>
              </a:lnSpc>
              <a:spcBef>
                <a:spcPts val="125"/>
              </a:spcBef>
              <a:spcAft>
                <a:spcPts val="0"/>
              </a:spcAft>
              <a:buFont typeface="Trebuchet MS" pitchFamily="34" charset="0"/>
              <a:buChar char="»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4pPr>
            <a:lvl5pPr marL="914400" indent="-228600" algn="l" defTabSz="914354" rtl="0" eaLnBrk="1" latinLnBrk="0" hangingPunct="1">
              <a:lnSpc>
                <a:spcPct val="114000"/>
              </a:lnSpc>
              <a:spcBef>
                <a:spcPts val="125"/>
              </a:spcBef>
              <a:spcAft>
                <a:spcPts val="0"/>
              </a:spcAft>
              <a:buFont typeface="Trebuchet MS" pitchFamily="34" charset="0"/>
              <a:buChar char="›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5pPr>
            <a:lvl6pPr marL="1143000" indent="-228600" algn="l" defTabSz="914354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Font typeface="Trebuchet MS" pitchFamily="34" charset="0"/>
              <a:buChar char="◦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6pPr>
            <a:lvl7pPr marL="914400" indent="0" algn="l" defTabSz="91435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7pPr>
            <a:lvl8pPr marL="1143000" indent="-228600" algn="l" defTabSz="91435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Trebuchet MS" pitchFamily="34" charset="0"/>
              <a:buChar char="▫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8pPr>
            <a:lvl9pPr marL="1143000" indent="-228600" algn="l" defTabSz="91435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Trebuchet MS" pitchFamily="34" charset="0"/>
              <a:buChar char="▫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9pPr>
          </a:lstStyle>
          <a:p>
            <a:pPr lvl="0" algn="l"/>
            <a:r>
              <a:rPr lang="en-US" sz="1400" b="1">
                <a:solidFill>
                  <a:schemeClr val="tx1"/>
                </a:solidFill>
                <a:latin typeface="Rockwell"/>
              </a:rPr>
              <a:t>Tier</a:t>
            </a:r>
          </a:p>
        </p:txBody>
      </p:sp>
      <p:sp>
        <p:nvSpPr>
          <p:cNvPr id="1002" name="TextBox"/>
          <p:cNvSpPr txBox="1">
            <a:spLocks/>
          </p:cNvSpPr>
          <p:nvPr/>
        </p:nvSpPr>
        <p:spPr>
          <a:xfrm>
            <a:off x="3846267" y="1759719"/>
            <a:ext cx="3676197" cy="290515"/>
          </a:xfrm>
          <a:prstGeom prst="rect">
            <a:avLst/>
          </a:prstGeom>
          <a:noFill/>
        </p:spPr>
        <p:txBody>
          <a:bodyPr vert="horz" lIns="0" tIns="0" rIns="0" bIns="0" rtlCol="0" anchor="b">
            <a:noAutofit/>
          </a:bodyPr>
          <a:lstStyle>
            <a:lvl1pPr marL="0" indent="0" algn="l" defTabSz="914354" rtl="0" eaLnBrk="1" latinLnBrk="0" hangingPunct="1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None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1pPr>
            <a:lvl2pPr marL="228600" indent="-228600" algn="l" defTabSz="914354" rtl="0" eaLnBrk="1" latinLnBrk="0" hangingPunct="1">
              <a:lnSpc>
                <a:spcPct val="114000"/>
              </a:lnSpc>
              <a:spcBef>
                <a:spcPts val="250"/>
              </a:spcBef>
              <a:spcAft>
                <a:spcPts val="0"/>
              </a:spcAft>
              <a:buFont typeface="Trebuchet MS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2pPr>
            <a:lvl3pPr marL="457200" indent="-228600" algn="l" defTabSz="914354" rtl="0" eaLnBrk="1" latinLnBrk="0" hangingPunct="1">
              <a:lnSpc>
                <a:spcPct val="114000"/>
              </a:lnSpc>
              <a:spcBef>
                <a:spcPts val="125"/>
              </a:spcBef>
              <a:spcAft>
                <a:spcPts val="0"/>
              </a:spcAft>
              <a:buFont typeface="Trebuchet MS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3pPr>
            <a:lvl4pPr marL="685800" indent="-228600" algn="l" defTabSz="914354" rtl="0" eaLnBrk="1" latinLnBrk="0" hangingPunct="1">
              <a:lnSpc>
                <a:spcPct val="114000"/>
              </a:lnSpc>
              <a:spcBef>
                <a:spcPts val="125"/>
              </a:spcBef>
              <a:spcAft>
                <a:spcPts val="0"/>
              </a:spcAft>
              <a:buFont typeface="Trebuchet MS" pitchFamily="34" charset="0"/>
              <a:buChar char="»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4pPr>
            <a:lvl5pPr marL="914400" indent="-228600" algn="l" defTabSz="914354" rtl="0" eaLnBrk="1" latinLnBrk="0" hangingPunct="1">
              <a:lnSpc>
                <a:spcPct val="114000"/>
              </a:lnSpc>
              <a:spcBef>
                <a:spcPts val="125"/>
              </a:spcBef>
              <a:spcAft>
                <a:spcPts val="0"/>
              </a:spcAft>
              <a:buFont typeface="Trebuchet MS" pitchFamily="34" charset="0"/>
              <a:buChar char="›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5pPr>
            <a:lvl6pPr marL="1143000" indent="-228600" algn="l" defTabSz="914354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Font typeface="Trebuchet MS" pitchFamily="34" charset="0"/>
              <a:buChar char="◦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6pPr>
            <a:lvl7pPr marL="914400" indent="0" algn="l" defTabSz="91435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7pPr>
            <a:lvl8pPr marL="1143000" indent="-228600" algn="l" defTabSz="91435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Trebuchet MS" pitchFamily="34" charset="0"/>
              <a:buChar char="▫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8pPr>
            <a:lvl9pPr marL="1143000" indent="-228600" algn="l" defTabSz="91435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Trebuchet MS" pitchFamily="34" charset="0"/>
              <a:buChar char="▫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9pPr>
          </a:lstStyle>
          <a:p>
            <a:pPr lvl="0" algn="l"/>
            <a:r>
              <a:rPr lang="en-US" sz="1400" b="1">
                <a:solidFill>
                  <a:schemeClr val="tx1"/>
                </a:solidFill>
                <a:latin typeface="Rockwell"/>
              </a:rPr>
              <a:t>Examples</a:t>
            </a:r>
          </a:p>
        </p:txBody>
      </p:sp>
      <p:cxnSp>
        <p:nvCxnSpPr>
          <p:cNvPr id="1003" name="Line"/>
          <p:cNvCxnSpPr/>
          <p:nvPr/>
        </p:nvCxnSpPr>
        <p:spPr>
          <a:xfrm>
            <a:off x="554736" y="2095954"/>
            <a:ext cx="6967728" cy="0"/>
          </a:xfrm>
          <a:prstGeom prst="line">
            <a:avLst/>
          </a:prstGeom>
          <a:ln w="19050">
            <a:solidFill>
              <a:schemeClr val="tx1"/>
            </a:solidFill>
          </a:ln>
        </p:spPr>
      </p:cxnSp>
      <p:sp>
        <p:nvSpPr>
          <p:cNvPr id="1004" name="TextBox"/>
          <p:cNvSpPr txBox="1">
            <a:spLocks/>
          </p:cNvSpPr>
          <p:nvPr/>
        </p:nvSpPr>
        <p:spPr>
          <a:xfrm>
            <a:off x="554736" y="2141674"/>
            <a:ext cx="1191827" cy="649379"/>
          </a:xfrm>
          <a:prstGeom prst="rect">
            <a:avLst/>
          </a:prstGeom>
          <a:noFill/>
        </p:spPr>
        <p:txBody>
          <a:bodyPr vert="horz" lIns="0" tIns="0" rIns="0" bIns="0" rtlCol="0" anchor="t">
            <a:noAutofit/>
          </a:bodyPr>
          <a:lstStyle>
            <a:lvl1pPr marL="0" indent="0" algn="l" defTabSz="914354" rtl="0" eaLnBrk="1" latinLnBrk="0" hangingPunct="1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None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1pPr>
            <a:lvl2pPr marL="228600" indent="-228600" algn="l" defTabSz="914354" rtl="0" eaLnBrk="1" latinLnBrk="0" hangingPunct="1">
              <a:lnSpc>
                <a:spcPct val="114000"/>
              </a:lnSpc>
              <a:spcBef>
                <a:spcPts val="250"/>
              </a:spcBef>
              <a:spcAft>
                <a:spcPts val="0"/>
              </a:spcAft>
              <a:buFont typeface="Trebuchet MS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2pPr>
            <a:lvl3pPr marL="457200" indent="-228600" algn="l" defTabSz="914354" rtl="0" eaLnBrk="1" latinLnBrk="0" hangingPunct="1">
              <a:lnSpc>
                <a:spcPct val="114000"/>
              </a:lnSpc>
              <a:spcBef>
                <a:spcPts val="125"/>
              </a:spcBef>
              <a:spcAft>
                <a:spcPts val="0"/>
              </a:spcAft>
              <a:buFont typeface="Trebuchet MS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3pPr>
            <a:lvl4pPr marL="685800" indent="-228600" algn="l" defTabSz="914354" rtl="0" eaLnBrk="1" latinLnBrk="0" hangingPunct="1">
              <a:lnSpc>
                <a:spcPct val="114000"/>
              </a:lnSpc>
              <a:spcBef>
                <a:spcPts val="125"/>
              </a:spcBef>
              <a:spcAft>
                <a:spcPts val="0"/>
              </a:spcAft>
              <a:buFont typeface="Trebuchet MS" pitchFamily="34" charset="0"/>
              <a:buChar char="»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4pPr>
            <a:lvl5pPr marL="914400" indent="-228600" algn="l" defTabSz="914354" rtl="0" eaLnBrk="1" latinLnBrk="0" hangingPunct="1">
              <a:lnSpc>
                <a:spcPct val="114000"/>
              </a:lnSpc>
              <a:spcBef>
                <a:spcPts val="125"/>
              </a:spcBef>
              <a:spcAft>
                <a:spcPts val="0"/>
              </a:spcAft>
              <a:buFont typeface="Trebuchet MS" pitchFamily="34" charset="0"/>
              <a:buChar char="›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5pPr>
            <a:lvl6pPr marL="1143000" indent="-228600" algn="l" defTabSz="914354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Font typeface="Trebuchet MS" pitchFamily="34" charset="0"/>
              <a:buChar char="◦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6pPr>
            <a:lvl7pPr marL="914400" indent="0" algn="l" defTabSz="91435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7pPr>
            <a:lvl8pPr marL="1143000" indent="-228600" algn="l" defTabSz="91435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Trebuchet MS" pitchFamily="34" charset="0"/>
              <a:buChar char="▫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8pPr>
            <a:lvl9pPr marL="1143000" indent="-228600" algn="l" defTabSz="91435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Trebuchet MS" pitchFamily="34" charset="0"/>
              <a:buChar char="▫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9pPr>
          </a:lstStyle>
          <a:p>
            <a:pPr lvl="0" algn="l"/>
            <a:r>
              <a:rPr lang="en-US" sz="1400" b="1">
                <a:solidFill>
                  <a:schemeClr val="accent1"/>
                </a:solidFill>
                <a:latin typeface="Rockwell"/>
              </a:rPr>
              <a:t>Always-on</a:t>
            </a:r>
          </a:p>
        </p:txBody>
      </p:sp>
      <p:sp>
        <p:nvSpPr>
          <p:cNvPr id="1005" name="TextBox"/>
          <p:cNvSpPr txBox="1">
            <a:spLocks/>
          </p:cNvSpPr>
          <p:nvPr/>
        </p:nvSpPr>
        <p:spPr>
          <a:xfrm>
            <a:off x="554736" y="2882493"/>
            <a:ext cx="1191827" cy="649379"/>
          </a:xfrm>
          <a:prstGeom prst="rect">
            <a:avLst/>
          </a:prstGeom>
          <a:noFill/>
        </p:spPr>
        <p:txBody>
          <a:bodyPr vert="horz" lIns="0" tIns="0" rIns="0" bIns="0" rtlCol="0" anchor="t">
            <a:noAutofit/>
          </a:bodyPr>
          <a:lstStyle>
            <a:lvl1pPr marL="0" indent="0" algn="l" defTabSz="914354" rtl="0" eaLnBrk="1" latinLnBrk="0" hangingPunct="1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None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1pPr>
            <a:lvl2pPr marL="228600" indent="-228600" algn="l" defTabSz="914354" rtl="0" eaLnBrk="1" latinLnBrk="0" hangingPunct="1">
              <a:lnSpc>
                <a:spcPct val="114000"/>
              </a:lnSpc>
              <a:spcBef>
                <a:spcPts val="250"/>
              </a:spcBef>
              <a:spcAft>
                <a:spcPts val="0"/>
              </a:spcAft>
              <a:buFont typeface="Trebuchet MS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2pPr>
            <a:lvl3pPr marL="457200" indent="-228600" algn="l" defTabSz="914354" rtl="0" eaLnBrk="1" latinLnBrk="0" hangingPunct="1">
              <a:lnSpc>
                <a:spcPct val="114000"/>
              </a:lnSpc>
              <a:spcBef>
                <a:spcPts val="125"/>
              </a:spcBef>
              <a:spcAft>
                <a:spcPts val="0"/>
              </a:spcAft>
              <a:buFont typeface="Trebuchet MS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3pPr>
            <a:lvl4pPr marL="685800" indent="-228600" algn="l" defTabSz="914354" rtl="0" eaLnBrk="1" latinLnBrk="0" hangingPunct="1">
              <a:lnSpc>
                <a:spcPct val="114000"/>
              </a:lnSpc>
              <a:spcBef>
                <a:spcPts val="125"/>
              </a:spcBef>
              <a:spcAft>
                <a:spcPts val="0"/>
              </a:spcAft>
              <a:buFont typeface="Trebuchet MS" pitchFamily="34" charset="0"/>
              <a:buChar char="»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4pPr>
            <a:lvl5pPr marL="914400" indent="-228600" algn="l" defTabSz="914354" rtl="0" eaLnBrk="1" latinLnBrk="0" hangingPunct="1">
              <a:lnSpc>
                <a:spcPct val="114000"/>
              </a:lnSpc>
              <a:spcBef>
                <a:spcPts val="125"/>
              </a:spcBef>
              <a:spcAft>
                <a:spcPts val="0"/>
              </a:spcAft>
              <a:buFont typeface="Trebuchet MS" pitchFamily="34" charset="0"/>
              <a:buChar char="›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5pPr>
            <a:lvl6pPr marL="1143000" indent="-228600" algn="l" defTabSz="914354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Font typeface="Trebuchet MS" pitchFamily="34" charset="0"/>
              <a:buChar char="◦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6pPr>
            <a:lvl7pPr marL="914400" indent="0" algn="l" defTabSz="91435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7pPr>
            <a:lvl8pPr marL="1143000" indent="-228600" algn="l" defTabSz="91435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Trebuchet MS" pitchFamily="34" charset="0"/>
              <a:buChar char="▫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8pPr>
            <a:lvl9pPr marL="1143000" indent="-228600" algn="l" defTabSz="91435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Trebuchet MS" pitchFamily="34" charset="0"/>
              <a:buChar char="▫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9pPr>
          </a:lstStyle>
          <a:p>
            <a:pPr lvl="0" algn="l"/>
            <a:r>
              <a:rPr lang="en-US" sz="1400" b="1">
                <a:solidFill>
                  <a:schemeClr val="accent1"/>
                </a:solidFill>
                <a:latin typeface="Rockwell"/>
              </a:rPr>
              <a:t>On-demand 1</a:t>
            </a:r>
          </a:p>
        </p:txBody>
      </p:sp>
      <p:sp>
        <p:nvSpPr>
          <p:cNvPr id="1006" name="TextBox"/>
          <p:cNvSpPr txBox="1">
            <a:spLocks/>
          </p:cNvSpPr>
          <p:nvPr/>
        </p:nvSpPr>
        <p:spPr>
          <a:xfrm>
            <a:off x="554736" y="3623312"/>
            <a:ext cx="1191827" cy="617929"/>
          </a:xfrm>
          <a:prstGeom prst="rect">
            <a:avLst/>
          </a:prstGeom>
          <a:noFill/>
        </p:spPr>
        <p:txBody>
          <a:bodyPr vert="horz" lIns="0" tIns="0" rIns="0" bIns="0" rtlCol="0" anchor="t">
            <a:noAutofit/>
          </a:bodyPr>
          <a:lstStyle>
            <a:lvl1pPr marL="0" indent="0" algn="l" defTabSz="914354" rtl="0" eaLnBrk="1" latinLnBrk="0" hangingPunct="1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None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1pPr>
            <a:lvl2pPr marL="228600" indent="-228600" algn="l" defTabSz="914354" rtl="0" eaLnBrk="1" latinLnBrk="0" hangingPunct="1">
              <a:lnSpc>
                <a:spcPct val="114000"/>
              </a:lnSpc>
              <a:spcBef>
                <a:spcPts val="250"/>
              </a:spcBef>
              <a:spcAft>
                <a:spcPts val="0"/>
              </a:spcAft>
              <a:buFont typeface="Trebuchet MS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2pPr>
            <a:lvl3pPr marL="457200" indent="-228600" algn="l" defTabSz="914354" rtl="0" eaLnBrk="1" latinLnBrk="0" hangingPunct="1">
              <a:lnSpc>
                <a:spcPct val="114000"/>
              </a:lnSpc>
              <a:spcBef>
                <a:spcPts val="125"/>
              </a:spcBef>
              <a:spcAft>
                <a:spcPts val="0"/>
              </a:spcAft>
              <a:buFont typeface="Trebuchet MS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3pPr>
            <a:lvl4pPr marL="685800" indent="-228600" algn="l" defTabSz="914354" rtl="0" eaLnBrk="1" latinLnBrk="0" hangingPunct="1">
              <a:lnSpc>
                <a:spcPct val="114000"/>
              </a:lnSpc>
              <a:spcBef>
                <a:spcPts val="125"/>
              </a:spcBef>
              <a:spcAft>
                <a:spcPts val="0"/>
              </a:spcAft>
              <a:buFont typeface="Trebuchet MS" pitchFamily="34" charset="0"/>
              <a:buChar char="»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4pPr>
            <a:lvl5pPr marL="914400" indent="-228600" algn="l" defTabSz="914354" rtl="0" eaLnBrk="1" latinLnBrk="0" hangingPunct="1">
              <a:lnSpc>
                <a:spcPct val="114000"/>
              </a:lnSpc>
              <a:spcBef>
                <a:spcPts val="125"/>
              </a:spcBef>
              <a:spcAft>
                <a:spcPts val="0"/>
              </a:spcAft>
              <a:buFont typeface="Trebuchet MS" pitchFamily="34" charset="0"/>
              <a:buChar char="›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5pPr>
            <a:lvl6pPr marL="1143000" indent="-228600" algn="l" defTabSz="914354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Font typeface="Trebuchet MS" pitchFamily="34" charset="0"/>
              <a:buChar char="◦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6pPr>
            <a:lvl7pPr marL="914400" indent="0" algn="l" defTabSz="91435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7pPr>
            <a:lvl8pPr marL="1143000" indent="-228600" algn="l" defTabSz="91435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Trebuchet MS" pitchFamily="34" charset="0"/>
              <a:buChar char="▫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8pPr>
            <a:lvl9pPr marL="1143000" indent="-228600" algn="l" defTabSz="91435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Trebuchet MS" pitchFamily="34" charset="0"/>
              <a:buChar char="▫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9pPr>
          </a:lstStyle>
          <a:p>
            <a:pPr lvl="0" algn="l"/>
            <a:endParaRPr lang="en-US"/>
          </a:p>
        </p:txBody>
      </p:sp>
      <p:sp>
        <p:nvSpPr>
          <p:cNvPr id="1007" name="TextBox"/>
          <p:cNvSpPr txBox="1">
            <a:spLocks/>
          </p:cNvSpPr>
          <p:nvPr/>
        </p:nvSpPr>
        <p:spPr>
          <a:xfrm>
            <a:off x="554736" y="4332681"/>
            <a:ext cx="1191827" cy="617929"/>
          </a:xfrm>
          <a:prstGeom prst="rect">
            <a:avLst/>
          </a:prstGeom>
          <a:noFill/>
        </p:spPr>
        <p:txBody>
          <a:bodyPr vert="horz" lIns="0" tIns="0" rIns="0" bIns="0" rtlCol="0" anchor="t">
            <a:noAutofit/>
          </a:bodyPr>
          <a:lstStyle>
            <a:lvl1pPr marL="0" indent="0" algn="l" defTabSz="914354" rtl="0" eaLnBrk="1" latinLnBrk="0" hangingPunct="1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None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1pPr>
            <a:lvl2pPr marL="228600" indent="-228600" algn="l" defTabSz="914354" rtl="0" eaLnBrk="1" latinLnBrk="0" hangingPunct="1">
              <a:lnSpc>
                <a:spcPct val="114000"/>
              </a:lnSpc>
              <a:spcBef>
                <a:spcPts val="250"/>
              </a:spcBef>
              <a:spcAft>
                <a:spcPts val="0"/>
              </a:spcAft>
              <a:buFont typeface="Trebuchet MS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2pPr>
            <a:lvl3pPr marL="457200" indent="-228600" algn="l" defTabSz="914354" rtl="0" eaLnBrk="1" latinLnBrk="0" hangingPunct="1">
              <a:lnSpc>
                <a:spcPct val="114000"/>
              </a:lnSpc>
              <a:spcBef>
                <a:spcPts val="125"/>
              </a:spcBef>
              <a:spcAft>
                <a:spcPts val="0"/>
              </a:spcAft>
              <a:buFont typeface="Trebuchet MS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3pPr>
            <a:lvl4pPr marL="685800" indent="-228600" algn="l" defTabSz="914354" rtl="0" eaLnBrk="1" latinLnBrk="0" hangingPunct="1">
              <a:lnSpc>
                <a:spcPct val="114000"/>
              </a:lnSpc>
              <a:spcBef>
                <a:spcPts val="125"/>
              </a:spcBef>
              <a:spcAft>
                <a:spcPts val="0"/>
              </a:spcAft>
              <a:buFont typeface="Trebuchet MS" pitchFamily="34" charset="0"/>
              <a:buChar char="»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4pPr>
            <a:lvl5pPr marL="914400" indent="-228600" algn="l" defTabSz="914354" rtl="0" eaLnBrk="1" latinLnBrk="0" hangingPunct="1">
              <a:lnSpc>
                <a:spcPct val="114000"/>
              </a:lnSpc>
              <a:spcBef>
                <a:spcPts val="125"/>
              </a:spcBef>
              <a:spcAft>
                <a:spcPts val="0"/>
              </a:spcAft>
              <a:buFont typeface="Trebuchet MS" pitchFamily="34" charset="0"/>
              <a:buChar char="›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5pPr>
            <a:lvl6pPr marL="1143000" indent="-228600" algn="l" defTabSz="914354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Font typeface="Trebuchet MS" pitchFamily="34" charset="0"/>
              <a:buChar char="◦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6pPr>
            <a:lvl7pPr marL="914400" indent="0" algn="l" defTabSz="91435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7pPr>
            <a:lvl8pPr marL="1143000" indent="-228600" algn="l" defTabSz="91435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Trebuchet MS" pitchFamily="34" charset="0"/>
              <a:buChar char="▫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8pPr>
            <a:lvl9pPr marL="1143000" indent="-228600" algn="l" defTabSz="91435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Trebuchet MS" pitchFamily="34" charset="0"/>
              <a:buChar char="▫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9pPr>
          </a:lstStyle>
          <a:p>
            <a:pPr lvl="0" algn="l"/>
            <a:endParaRPr lang="en-US"/>
          </a:p>
        </p:txBody>
      </p:sp>
      <p:sp>
        <p:nvSpPr>
          <p:cNvPr id="1008" name="TextBox"/>
          <p:cNvSpPr txBox="1">
            <a:spLocks/>
          </p:cNvSpPr>
          <p:nvPr/>
        </p:nvSpPr>
        <p:spPr>
          <a:xfrm>
            <a:off x="554736" y="5042050"/>
            <a:ext cx="1191827" cy="649379"/>
          </a:xfrm>
          <a:prstGeom prst="rect">
            <a:avLst/>
          </a:prstGeom>
          <a:noFill/>
        </p:spPr>
        <p:txBody>
          <a:bodyPr vert="horz" lIns="0" tIns="0" rIns="0" bIns="0" rtlCol="0" anchor="t">
            <a:noAutofit/>
          </a:bodyPr>
          <a:lstStyle>
            <a:lvl1pPr marL="0" indent="0" algn="l" defTabSz="914354" rtl="0" eaLnBrk="1" latinLnBrk="0" hangingPunct="1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None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1pPr>
            <a:lvl2pPr marL="228600" indent="-228600" algn="l" defTabSz="914354" rtl="0" eaLnBrk="1" latinLnBrk="0" hangingPunct="1">
              <a:lnSpc>
                <a:spcPct val="114000"/>
              </a:lnSpc>
              <a:spcBef>
                <a:spcPts val="250"/>
              </a:spcBef>
              <a:spcAft>
                <a:spcPts val="0"/>
              </a:spcAft>
              <a:buFont typeface="Trebuchet MS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2pPr>
            <a:lvl3pPr marL="457200" indent="-228600" algn="l" defTabSz="914354" rtl="0" eaLnBrk="1" latinLnBrk="0" hangingPunct="1">
              <a:lnSpc>
                <a:spcPct val="114000"/>
              </a:lnSpc>
              <a:spcBef>
                <a:spcPts val="125"/>
              </a:spcBef>
              <a:spcAft>
                <a:spcPts val="0"/>
              </a:spcAft>
              <a:buFont typeface="Trebuchet MS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3pPr>
            <a:lvl4pPr marL="685800" indent="-228600" algn="l" defTabSz="914354" rtl="0" eaLnBrk="1" latinLnBrk="0" hangingPunct="1">
              <a:lnSpc>
                <a:spcPct val="114000"/>
              </a:lnSpc>
              <a:spcBef>
                <a:spcPts val="125"/>
              </a:spcBef>
              <a:spcAft>
                <a:spcPts val="0"/>
              </a:spcAft>
              <a:buFont typeface="Trebuchet MS" pitchFamily="34" charset="0"/>
              <a:buChar char="»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4pPr>
            <a:lvl5pPr marL="914400" indent="-228600" algn="l" defTabSz="914354" rtl="0" eaLnBrk="1" latinLnBrk="0" hangingPunct="1">
              <a:lnSpc>
                <a:spcPct val="114000"/>
              </a:lnSpc>
              <a:spcBef>
                <a:spcPts val="125"/>
              </a:spcBef>
              <a:spcAft>
                <a:spcPts val="0"/>
              </a:spcAft>
              <a:buFont typeface="Trebuchet MS" pitchFamily="34" charset="0"/>
              <a:buChar char="›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5pPr>
            <a:lvl6pPr marL="1143000" indent="-228600" algn="l" defTabSz="914354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Font typeface="Trebuchet MS" pitchFamily="34" charset="0"/>
              <a:buChar char="◦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6pPr>
            <a:lvl7pPr marL="914400" indent="0" algn="l" defTabSz="91435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7pPr>
            <a:lvl8pPr marL="1143000" indent="-228600" algn="l" defTabSz="91435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Trebuchet MS" pitchFamily="34" charset="0"/>
              <a:buChar char="▫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8pPr>
            <a:lvl9pPr marL="1143000" indent="-228600" algn="l" defTabSz="91435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Trebuchet MS" pitchFamily="34" charset="0"/>
              <a:buChar char="▫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9pPr>
          </a:lstStyle>
          <a:p>
            <a:pPr lvl="0" algn="l"/>
            <a:r>
              <a:rPr lang="en-US" sz="1400" b="1">
                <a:solidFill>
                  <a:schemeClr val="accent1"/>
                </a:solidFill>
                <a:latin typeface="Rockwell"/>
              </a:rPr>
              <a:t>On-demand 2</a:t>
            </a:r>
          </a:p>
        </p:txBody>
      </p:sp>
      <p:sp>
        <p:nvSpPr>
          <p:cNvPr id="1009" name="TextBox"/>
          <p:cNvSpPr txBox="1">
            <a:spLocks/>
          </p:cNvSpPr>
          <p:nvPr/>
        </p:nvSpPr>
        <p:spPr>
          <a:xfrm>
            <a:off x="554736" y="5782869"/>
            <a:ext cx="1191827" cy="617931"/>
          </a:xfrm>
          <a:prstGeom prst="rect">
            <a:avLst/>
          </a:prstGeom>
          <a:noFill/>
        </p:spPr>
        <p:txBody>
          <a:bodyPr vert="horz" lIns="0" tIns="0" rIns="0" bIns="0" rtlCol="0" anchor="t">
            <a:noAutofit/>
          </a:bodyPr>
          <a:lstStyle>
            <a:lvl1pPr marL="0" indent="0" algn="l" defTabSz="914354" rtl="0" eaLnBrk="1" latinLnBrk="0" hangingPunct="1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None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1pPr>
            <a:lvl2pPr marL="228600" indent="-228600" algn="l" defTabSz="914354" rtl="0" eaLnBrk="1" latinLnBrk="0" hangingPunct="1">
              <a:lnSpc>
                <a:spcPct val="114000"/>
              </a:lnSpc>
              <a:spcBef>
                <a:spcPts val="250"/>
              </a:spcBef>
              <a:spcAft>
                <a:spcPts val="0"/>
              </a:spcAft>
              <a:buFont typeface="Trebuchet MS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2pPr>
            <a:lvl3pPr marL="457200" indent="-228600" algn="l" defTabSz="914354" rtl="0" eaLnBrk="1" latinLnBrk="0" hangingPunct="1">
              <a:lnSpc>
                <a:spcPct val="114000"/>
              </a:lnSpc>
              <a:spcBef>
                <a:spcPts val="125"/>
              </a:spcBef>
              <a:spcAft>
                <a:spcPts val="0"/>
              </a:spcAft>
              <a:buFont typeface="Trebuchet MS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3pPr>
            <a:lvl4pPr marL="685800" indent="-228600" algn="l" defTabSz="914354" rtl="0" eaLnBrk="1" latinLnBrk="0" hangingPunct="1">
              <a:lnSpc>
                <a:spcPct val="114000"/>
              </a:lnSpc>
              <a:spcBef>
                <a:spcPts val="125"/>
              </a:spcBef>
              <a:spcAft>
                <a:spcPts val="0"/>
              </a:spcAft>
              <a:buFont typeface="Trebuchet MS" pitchFamily="34" charset="0"/>
              <a:buChar char="»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4pPr>
            <a:lvl5pPr marL="914400" indent="-228600" algn="l" defTabSz="914354" rtl="0" eaLnBrk="1" latinLnBrk="0" hangingPunct="1">
              <a:lnSpc>
                <a:spcPct val="114000"/>
              </a:lnSpc>
              <a:spcBef>
                <a:spcPts val="125"/>
              </a:spcBef>
              <a:spcAft>
                <a:spcPts val="0"/>
              </a:spcAft>
              <a:buFont typeface="Trebuchet MS" pitchFamily="34" charset="0"/>
              <a:buChar char="›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5pPr>
            <a:lvl6pPr marL="1143000" indent="-228600" algn="l" defTabSz="914354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Font typeface="Trebuchet MS" pitchFamily="34" charset="0"/>
              <a:buChar char="◦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6pPr>
            <a:lvl7pPr marL="914400" indent="0" algn="l" defTabSz="91435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7pPr>
            <a:lvl8pPr marL="1143000" indent="-228600" algn="l" defTabSz="91435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Trebuchet MS" pitchFamily="34" charset="0"/>
              <a:buChar char="▫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8pPr>
            <a:lvl9pPr marL="1143000" indent="-228600" algn="l" defTabSz="91435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Trebuchet MS" pitchFamily="34" charset="0"/>
              <a:buChar char="▫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9pPr>
          </a:lstStyle>
          <a:p>
            <a:pPr lvl="0" algn="l"/>
            <a:endParaRPr lang="en-US"/>
          </a:p>
        </p:txBody>
      </p:sp>
      <p:sp>
        <p:nvSpPr>
          <p:cNvPr id="1010" name="TextBox"/>
          <p:cNvSpPr txBox="1">
            <a:spLocks/>
          </p:cNvSpPr>
          <p:nvPr/>
        </p:nvSpPr>
        <p:spPr>
          <a:xfrm>
            <a:off x="1883723" y="2141674"/>
            <a:ext cx="1871104" cy="649379"/>
          </a:xfrm>
          <a:prstGeom prst="rect">
            <a:avLst/>
          </a:prstGeom>
          <a:noFill/>
        </p:spPr>
        <p:txBody>
          <a:bodyPr vert="horz" lIns="0" tIns="0" rIns="0" bIns="0" rtlCol="0" anchor="t">
            <a:noAutofit/>
          </a:bodyPr>
          <a:lstStyle>
            <a:lvl1pPr marL="0" indent="0" algn="l" defTabSz="914354" rtl="0" eaLnBrk="1" latinLnBrk="0" hangingPunct="1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None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1pPr>
            <a:lvl2pPr marL="228600" indent="-228600" algn="l" defTabSz="914354" rtl="0" eaLnBrk="1" latinLnBrk="0" hangingPunct="1">
              <a:lnSpc>
                <a:spcPct val="114000"/>
              </a:lnSpc>
              <a:spcBef>
                <a:spcPts val="250"/>
              </a:spcBef>
              <a:spcAft>
                <a:spcPts val="0"/>
              </a:spcAft>
              <a:buFont typeface="Trebuchet MS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2pPr>
            <a:lvl3pPr marL="457200" indent="-228600" algn="l" defTabSz="914354" rtl="0" eaLnBrk="1" latinLnBrk="0" hangingPunct="1">
              <a:lnSpc>
                <a:spcPct val="114000"/>
              </a:lnSpc>
              <a:spcBef>
                <a:spcPts val="125"/>
              </a:spcBef>
              <a:spcAft>
                <a:spcPts val="0"/>
              </a:spcAft>
              <a:buFont typeface="Trebuchet MS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3pPr>
            <a:lvl4pPr marL="685800" indent="-228600" algn="l" defTabSz="914354" rtl="0" eaLnBrk="1" latinLnBrk="0" hangingPunct="1">
              <a:lnSpc>
                <a:spcPct val="114000"/>
              </a:lnSpc>
              <a:spcBef>
                <a:spcPts val="125"/>
              </a:spcBef>
              <a:spcAft>
                <a:spcPts val="0"/>
              </a:spcAft>
              <a:buFont typeface="Trebuchet MS" pitchFamily="34" charset="0"/>
              <a:buChar char="»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4pPr>
            <a:lvl5pPr marL="914400" indent="-228600" algn="l" defTabSz="914354" rtl="0" eaLnBrk="1" latinLnBrk="0" hangingPunct="1">
              <a:lnSpc>
                <a:spcPct val="114000"/>
              </a:lnSpc>
              <a:spcBef>
                <a:spcPts val="125"/>
              </a:spcBef>
              <a:spcAft>
                <a:spcPts val="0"/>
              </a:spcAft>
              <a:buFont typeface="Trebuchet MS" pitchFamily="34" charset="0"/>
              <a:buChar char="›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5pPr>
            <a:lvl6pPr marL="1143000" indent="-228600" algn="l" defTabSz="914354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Font typeface="Trebuchet MS" pitchFamily="34" charset="0"/>
              <a:buChar char="◦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6pPr>
            <a:lvl7pPr marL="914400" indent="0" algn="l" defTabSz="91435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7pPr>
            <a:lvl8pPr marL="1143000" indent="-228600" algn="l" defTabSz="91435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Trebuchet MS" pitchFamily="34" charset="0"/>
              <a:buChar char="▫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8pPr>
            <a:lvl9pPr marL="1143000" indent="-228600" algn="l" defTabSz="91435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Trebuchet MS" pitchFamily="34" charset="0"/>
              <a:buChar char="▫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9pPr>
          </a:lstStyle>
          <a:p>
            <a:pPr lvl="0" algn="l"/>
            <a:r>
              <a:rPr lang="en-US" sz="1300">
                <a:solidFill>
                  <a:schemeClr val="tx1"/>
                </a:solidFill>
                <a:latin typeface="Trebuchet MS"/>
              </a:rPr>
              <a:t>Core</a:t>
            </a:r>
          </a:p>
        </p:txBody>
      </p:sp>
      <p:sp>
        <p:nvSpPr>
          <p:cNvPr id="1011" name="TextBox"/>
          <p:cNvSpPr txBox="1">
            <a:spLocks/>
          </p:cNvSpPr>
          <p:nvPr/>
        </p:nvSpPr>
        <p:spPr>
          <a:xfrm>
            <a:off x="3846267" y="2141674"/>
            <a:ext cx="3676197" cy="649379"/>
          </a:xfrm>
          <a:prstGeom prst="rect">
            <a:avLst/>
          </a:prstGeom>
          <a:noFill/>
        </p:spPr>
        <p:txBody>
          <a:bodyPr vert="horz" lIns="0" tIns="0" rIns="0" bIns="0" rtlCol="0" anchor="t">
            <a:noAutofit/>
          </a:bodyPr>
          <a:lstStyle>
            <a:lvl1pPr marL="0" indent="0" algn="l" defTabSz="914354" rtl="0" eaLnBrk="1" latinLnBrk="0" hangingPunct="1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None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1pPr>
            <a:lvl2pPr marL="228600" indent="-228600" algn="l" defTabSz="914354" rtl="0" eaLnBrk="1" latinLnBrk="0" hangingPunct="1">
              <a:lnSpc>
                <a:spcPct val="114000"/>
              </a:lnSpc>
              <a:spcBef>
                <a:spcPts val="250"/>
              </a:spcBef>
              <a:spcAft>
                <a:spcPts val="0"/>
              </a:spcAft>
              <a:buFont typeface="Trebuchet MS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2pPr>
            <a:lvl3pPr marL="457200" indent="-228600" algn="l" defTabSz="914354" rtl="0" eaLnBrk="1" latinLnBrk="0" hangingPunct="1">
              <a:lnSpc>
                <a:spcPct val="114000"/>
              </a:lnSpc>
              <a:spcBef>
                <a:spcPts val="125"/>
              </a:spcBef>
              <a:spcAft>
                <a:spcPts val="0"/>
              </a:spcAft>
              <a:buFont typeface="Trebuchet MS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3pPr>
            <a:lvl4pPr marL="685800" indent="-228600" algn="l" defTabSz="914354" rtl="0" eaLnBrk="1" latinLnBrk="0" hangingPunct="1">
              <a:lnSpc>
                <a:spcPct val="114000"/>
              </a:lnSpc>
              <a:spcBef>
                <a:spcPts val="125"/>
              </a:spcBef>
              <a:spcAft>
                <a:spcPts val="0"/>
              </a:spcAft>
              <a:buFont typeface="Trebuchet MS" pitchFamily="34" charset="0"/>
              <a:buChar char="»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4pPr>
            <a:lvl5pPr marL="914400" indent="-228600" algn="l" defTabSz="914354" rtl="0" eaLnBrk="1" latinLnBrk="0" hangingPunct="1">
              <a:lnSpc>
                <a:spcPct val="114000"/>
              </a:lnSpc>
              <a:spcBef>
                <a:spcPts val="125"/>
              </a:spcBef>
              <a:spcAft>
                <a:spcPts val="0"/>
              </a:spcAft>
              <a:buFont typeface="Trebuchet MS" pitchFamily="34" charset="0"/>
              <a:buChar char="›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5pPr>
            <a:lvl6pPr marL="1143000" indent="-228600" algn="l" defTabSz="914354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Font typeface="Trebuchet MS" pitchFamily="34" charset="0"/>
              <a:buChar char="◦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6pPr>
            <a:lvl7pPr marL="914400" indent="0" algn="l" defTabSz="91435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7pPr>
            <a:lvl8pPr marL="1143000" indent="-228600" algn="l" defTabSz="91435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Trebuchet MS" pitchFamily="34" charset="0"/>
              <a:buChar char="▫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8pPr>
            <a:lvl9pPr marL="1143000" indent="-228600" algn="l" defTabSz="91435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Trebuchet MS" pitchFamily="34" charset="0"/>
              <a:buChar char="▫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9pPr>
          </a:lstStyle>
          <a:p>
            <a:pPr lvl="0" algn="l"/>
            <a:r>
              <a:rPr lang="en-US" sz="1300">
                <a:solidFill>
                  <a:schemeClr val="tx1"/>
                </a:solidFill>
                <a:latin typeface="Trebuchet MS"/>
              </a:rPr>
              <a:t>10 tools above — covers 90%+ of tasks</a:t>
            </a:r>
          </a:p>
        </p:txBody>
      </p:sp>
      <p:sp>
        <p:nvSpPr>
          <p:cNvPr id="1012" name="TextBox"/>
          <p:cNvSpPr txBox="1">
            <a:spLocks/>
          </p:cNvSpPr>
          <p:nvPr/>
        </p:nvSpPr>
        <p:spPr>
          <a:xfrm>
            <a:off x="1883723" y="2882493"/>
            <a:ext cx="1871104" cy="649379"/>
          </a:xfrm>
          <a:prstGeom prst="rect">
            <a:avLst/>
          </a:prstGeom>
          <a:noFill/>
        </p:spPr>
        <p:txBody>
          <a:bodyPr vert="horz" lIns="0" tIns="0" rIns="0" bIns="0" rtlCol="0" anchor="t">
            <a:noAutofit/>
          </a:bodyPr>
          <a:lstStyle>
            <a:lvl1pPr marL="0" indent="0" algn="l" defTabSz="914354" rtl="0" eaLnBrk="1" latinLnBrk="0" hangingPunct="1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None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1pPr>
            <a:lvl2pPr marL="228600" indent="-228600" algn="l" defTabSz="914354" rtl="0" eaLnBrk="1" latinLnBrk="0" hangingPunct="1">
              <a:lnSpc>
                <a:spcPct val="114000"/>
              </a:lnSpc>
              <a:spcBef>
                <a:spcPts val="250"/>
              </a:spcBef>
              <a:spcAft>
                <a:spcPts val="0"/>
              </a:spcAft>
              <a:buFont typeface="Trebuchet MS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2pPr>
            <a:lvl3pPr marL="457200" indent="-228600" algn="l" defTabSz="914354" rtl="0" eaLnBrk="1" latinLnBrk="0" hangingPunct="1">
              <a:lnSpc>
                <a:spcPct val="114000"/>
              </a:lnSpc>
              <a:spcBef>
                <a:spcPts val="125"/>
              </a:spcBef>
              <a:spcAft>
                <a:spcPts val="0"/>
              </a:spcAft>
              <a:buFont typeface="Trebuchet MS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3pPr>
            <a:lvl4pPr marL="685800" indent="-228600" algn="l" defTabSz="914354" rtl="0" eaLnBrk="1" latinLnBrk="0" hangingPunct="1">
              <a:lnSpc>
                <a:spcPct val="114000"/>
              </a:lnSpc>
              <a:spcBef>
                <a:spcPts val="125"/>
              </a:spcBef>
              <a:spcAft>
                <a:spcPts val="0"/>
              </a:spcAft>
              <a:buFont typeface="Trebuchet MS" pitchFamily="34" charset="0"/>
              <a:buChar char="»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4pPr>
            <a:lvl5pPr marL="914400" indent="-228600" algn="l" defTabSz="914354" rtl="0" eaLnBrk="1" latinLnBrk="0" hangingPunct="1">
              <a:lnSpc>
                <a:spcPct val="114000"/>
              </a:lnSpc>
              <a:spcBef>
                <a:spcPts val="125"/>
              </a:spcBef>
              <a:spcAft>
                <a:spcPts val="0"/>
              </a:spcAft>
              <a:buFont typeface="Trebuchet MS" pitchFamily="34" charset="0"/>
              <a:buChar char="›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5pPr>
            <a:lvl6pPr marL="1143000" indent="-228600" algn="l" defTabSz="914354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Font typeface="Trebuchet MS" pitchFamily="34" charset="0"/>
              <a:buChar char="◦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6pPr>
            <a:lvl7pPr marL="914400" indent="0" algn="l" defTabSz="91435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7pPr>
            <a:lvl8pPr marL="1143000" indent="-228600" algn="l" defTabSz="91435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Trebuchet MS" pitchFamily="34" charset="0"/>
              <a:buChar char="▫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8pPr>
            <a:lvl9pPr marL="1143000" indent="-228600" algn="l" defTabSz="91435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Trebuchet MS" pitchFamily="34" charset="0"/>
              <a:buChar char="▫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9pPr>
          </a:lstStyle>
          <a:p>
            <a:pPr lvl="0" algn="l"/>
            <a:r>
              <a:rPr lang="en-US" sz="1300">
                <a:solidFill>
                  <a:schemeClr val="tx1"/>
                </a:solidFill>
                <a:latin typeface="Trebuchet MS"/>
              </a:rPr>
              <a:t>Objects</a:t>
            </a:r>
          </a:p>
        </p:txBody>
      </p:sp>
      <p:sp>
        <p:nvSpPr>
          <p:cNvPr id="1013" name="TextBox"/>
          <p:cNvSpPr txBox="1">
            <a:spLocks/>
          </p:cNvSpPr>
          <p:nvPr/>
        </p:nvSpPr>
        <p:spPr>
          <a:xfrm>
            <a:off x="3846267" y="2882493"/>
            <a:ext cx="3676197" cy="649379"/>
          </a:xfrm>
          <a:prstGeom prst="rect">
            <a:avLst/>
          </a:prstGeom>
          <a:noFill/>
        </p:spPr>
        <p:txBody>
          <a:bodyPr vert="horz" lIns="0" tIns="0" rIns="0" bIns="0" rtlCol="0" anchor="t">
            <a:noAutofit/>
          </a:bodyPr>
          <a:lstStyle>
            <a:lvl1pPr marL="0" indent="0" algn="l" defTabSz="914354" rtl="0" eaLnBrk="1" latinLnBrk="0" hangingPunct="1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None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1pPr>
            <a:lvl2pPr marL="228600" indent="-228600" algn="l" defTabSz="914354" rtl="0" eaLnBrk="1" latinLnBrk="0" hangingPunct="1">
              <a:lnSpc>
                <a:spcPct val="114000"/>
              </a:lnSpc>
              <a:spcBef>
                <a:spcPts val="250"/>
              </a:spcBef>
              <a:spcAft>
                <a:spcPts val="0"/>
              </a:spcAft>
              <a:buFont typeface="Trebuchet MS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2pPr>
            <a:lvl3pPr marL="457200" indent="-228600" algn="l" defTabSz="914354" rtl="0" eaLnBrk="1" latinLnBrk="0" hangingPunct="1">
              <a:lnSpc>
                <a:spcPct val="114000"/>
              </a:lnSpc>
              <a:spcBef>
                <a:spcPts val="125"/>
              </a:spcBef>
              <a:spcAft>
                <a:spcPts val="0"/>
              </a:spcAft>
              <a:buFont typeface="Trebuchet MS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3pPr>
            <a:lvl4pPr marL="685800" indent="-228600" algn="l" defTabSz="914354" rtl="0" eaLnBrk="1" latinLnBrk="0" hangingPunct="1">
              <a:lnSpc>
                <a:spcPct val="114000"/>
              </a:lnSpc>
              <a:spcBef>
                <a:spcPts val="125"/>
              </a:spcBef>
              <a:spcAft>
                <a:spcPts val="0"/>
              </a:spcAft>
              <a:buFont typeface="Trebuchet MS" pitchFamily="34" charset="0"/>
              <a:buChar char="»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4pPr>
            <a:lvl5pPr marL="914400" indent="-228600" algn="l" defTabSz="914354" rtl="0" eaLnBrk="1" latinLnBrk="0" hangingPunct="1">
              <a:lnSpc>
                <a:spcPct val="114000"/>
              </a:lnSpc>
              <a:spcBef>
                <a:spcPts val="125"/>
              </a:spcBef>
              <a:spcAft>
                <a:spcPts val="0"/>
              </a:spcAft>
              <a:buFont typeface="Trebuchet MS" pitchFamily="34" charset="0"/>
              <a:buChar char="›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5pPr>
            <a:lvl6pPr marL="1143000" indent="-228600" algn="l" defTabSz="914354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Font typeface="Trebuchet MS" pitchFamily="34" charset="0"/>
              <a:buChar char="◦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6pPr>
            <a:lvl7pPr marL="914400" indent="0" algn="l" defTabSz="91435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7pPr>
            <a:lvl8pPr marL="1143000" indent="-228600" algn="l" defTabSz="91435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Trebuchet MS" pitchFamily="34" charset="0"/>
              <a:buChar char="▫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8pPr>
            <a:lvl9pPr marL="1143000" indent="-228600" algn="l" defTabSz="91435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Trebuchet MS" pitchFamily="34" charset="0"/>
              <a:buChar char="▫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9pPr>
          </a:lstStyle>
          <a:p>
            <a:pPr lvl="0" algn="l"/>
            <a:r>
              <a:rPr lang="en-US" sz="1300">
                <a:solidFill>
                  <a:schemeClr val="tx1"/>
                </a:solidFill>
                <a:latin typeface="Trebuchet MS"/>
              </a:rPr>
              <a:t>chart, table</a:t>
            </a:r>
          </a:p>
        </p:txBody>
      </p:sp>
      <p:sp>
        <p:nvSpPr>
          <p:cNvPr id="1014" name="TextBox"/>
          <p:cNvSpPr txBox="1">
            <a:spLocks/>
          </p:cNvSpPr>
          <p:nvPr/>
        </p:nvSpPr>
        <p:spPr>
          <a:xfrm>
            <a:off x="1883723" y="3623312"/>
            <a:ext cx="1871104" cy="617929"/>
          </a:xfrm>
          <a:prstGeom prst="rect">
            <a:avLst/>
          </a:prstGeom>
          <a:noFill/>
        </p:spPr>
        <p:txBody>
          <a:bodyPr vert="horz" lIns="0" tIns="0" rIns="0" bIns="0" rtlCol="0" anchor="t">
            <a:noAutofit/>
          </a:bodyPr>
          <a:lstStyle>
            <a:lvl1pPr marL="0" indent="0" algn="l" defTabSz="914354" rtl="0" eaLnBrk="1" latinLnBrk="0" hangingPunct="1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None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1pPr>
            <a:lvl2pPr marL="228600" indent="-228600" algn="l" defTabSz="914354" rtl="0" eaLnBrk="1" latinLnBrk="0" hangingPunct="1">
              <a:lnSpc>
                <a:spcPct val="114000"/>
              </a:lnSpc>
              <a:spcBef>
                <a:spcPts val="250"/>
              </a:spcBef>
              <a:spcAft>
                <a:spcPts val="0"/>
              </a:spcAft>
              <a:buFont typeface="Trebuchet MS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2pPr>
            <a:lvl3pPr marL="457200" indent="-228600" algn="l" defTabSz="914354" rtl="0" eaLnBrk="1" latinLnBrk="0" hangingPunct="1">
              <a:lnSpc>
                <a:spcPct val="114000"/>
              </a:lnSpc>
              <a:spcBef>
                <a:spcPts val="125"/>
              </a:spcBef>
              <a:spcAft>
                <a:spcPts val="0"/>
              </a:spcAft>
              <a:buFont typeface="Trebuchet MS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3pPr>
            <a:lvl4pPr marL="685800" indent="-228600" algn="l" defTabSz="914354" rtl="0" eaLnBrk="1" latinLnBrk="0" hangingPunct="1">
              <a:lnSpc>
                <a:spcPct val="114000"/>
              </a:lnSpc>
              <a:spcBef>
                <a:spcPts val="125"/>
              </a:spcBef>
              <a:spcAft>
                <a:spcPts val="0"/>
              </a:spcAft>
              <a:buFont typeface="Trebuchet MS" pitchFamily="34" charset="0"/>
              <a:buChar char="»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4pPr>
            <a:lvl5pPr marL="914400" indent="-228600" algn="l" defTabSz="914354" rtl="0" eaLnBrk="1" latinLnBrk="0" hangingPunct="1">
              <a:lnSpc>
                <a:spcPct val="114000"/>
              </a:lnSpc>
              <a:spcBef>
                <a:spcPts val="125"/>
              </a:spcBef>
              <a:spcAft>
                <a:spcPts val="0"/>
              </a:spcAft>
              <a:buFont typeface="Trebuchet MS" pitchFamily="34" charset="0"/>
              <a:buChar char="›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5pPr>
            <a:lvl6pPr marL="1143000" indent="-228600" algn="l" defTabSz="914354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Font typeface="Trebuchet MS" pitchFamily="34" charset="0"/>
              <a:buChar char="◦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6pPr>
            <a:lvl7pPr marL="914400" indent="0" algn="l" defTabSz="91435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7pPr>
            <a:lvl8pPr marL="1143000" indent="-228600" algn="l" defTabSz="91435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Trebuchet MS" pitchFamily="34" charset="0"/>
              <a:buChar char="▫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8pPr>
            <a:lvl9pPr marL="1143000" indent="-228600" algn="l" defTabSz="91435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Trebuchet MS" pitchFamily="34" charset="0"/>
              <a:buChar char="▫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9pPr>
          </a:lstStyle>
          <a:p>
            <a:pPr lvl="0" algn="l"/>
            <a:r>
              <a:rPr lang="en-US" sz="1300">
                <a:solidFill>
                  <a:schemeClr val="tx1"/>
                </a:solidFill>
                <a:latin typeface="Trebuchet MS"/>
              </a:rPr>
              <a:t>Input</a:t>
            </a:r>
          </a:p>
        </p:txBody>
      </p:sp>
      <p:sp>
        <p:nvSpPr>
          <p:cNvPr id="1015" name="TextBox"/>
          <p:cNvSpPr txBox="1">
            <a:spLocks/>
          </p:cNvSpPr>
          <p:nvPr/>
        </p:nvSpPr>
        <p:spPr>
          <a:xfrm>
            <a:off x="3846267" y="3623312"/>
            <a:ext cx="3676197" cy="617929"/>
          </a:xfrm>
          <a:prstGeom prst="rect">
            <a:avLst/>
          </a:prstGeom>
          <a:noFill/>
        </p:spPr>
        <p:txBody>
          <a:bodyPr vert="horz" lIns="0" tIns="0" rIns="0" bIns="0" rtlCol="0" anchor="t">
            <a:noAutofit/>
          </a:bodyPr>
          <a:lstStyle>
            <a:lvl1pPr marL="0" indent="0" algn="l" defTabSz="914354" rtl="0" eaLnBrk="1" latinLnBrk="0" hangingPunct="1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None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1pPr>
            <a:lvl2pPr marL="228600" indent="-228600" algn="l" defTabSz="914354" rtl="0" eaLnBrk="1" latinLnBrk="0" hangingPunct="1">
              <a:lnSpc>
                <a:spcPct val="114000"/>
              </a:lnSpc>
              <a:spcBef>
                <a:spcPts val="250"/>
              </a:spcBef>
              <a:spcAft>
                <a:spcPts val="0"/>
              </a:spcAft>
              <a:buFont typeface="Trebuchet MS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2pPr>
            <a:lvl3pPr marL="457200" indent="-228600" algn="l" defTabSz="914354" rtl="0" eaLnBrk="1" latinLnBrk="0" hangingPunct="1">
              <a:lnSpc>
                <a:spcPct val="114000"/>
              </a:lnSpc>
              <a:spcBef>
                <a:spcPts val="125"/>
              </a:spcBef>
              <a:spcAft>
                <a:spcPts val="0"/>
              </a:spcAft>
              <a:buFont typeface="Trebuchet MS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3pPr>
            <a:lvl4pPr marL="685800" indent="-228600" algn="l" defTabSz="914354" rtl="0" eaLnBrk="1" latinLnBrk="0" hangingPunct="1">
              <a:lnSpc>
                <a:spcPct val="114000"/>
              </a:lnSpc>
              <a:spcBef>
                <a:spcPts val="125"/>
              </a:spcBef>
              <a:spcAft>
                <a:spcPts val="0"/>
              </a:spcAft>
              <a:buFont typeface="Trebuchet MS" pitchFamily="34" charset="0"/>
              <a:buChar char="»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4pPr>
            <a:lvl5pPr marL="914400" indent="-228600" algn="l" defTabSz="914354" rtl="0" eaLnBrk="1" latinLnBrk="0" hangingPunct="1">
              <a:lnSpc>
                <a:spcPct val="114000"/>
              </a:lnSpc>
              <a:spcBef>
                <a:spcPts val="125"/>
              </a:spcBef>
              <a:spcAft>
                <a:spcPts val="0"/>
              </a:spcAft>
              <a:buFont typeface="Trebuchet MS" pitchFamily="34" charset="0"/>
              <a:buChar char="›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5pPr>
            <a:lvl6pPr marL="1143000" indent="-228600" algn="l" defTabSz="914354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Font typeface="Trebuchet MS" pitchFamily="34" charset="0"/>
              <a:buChar char="◦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6pPr>
            <a:lvl7pPr marL="914400" indent="0" algn="l" defTabSz="91435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7pPr>
            <a:lvl8pPr marL="1143000" indent="-228600" algn="l" defTabSz="91435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Trebuchet MS" pitchFamily="34" charset="0"/>
              <a:buChar char="▫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8pPr>
            <a:lvl9pPr marL="1143000" indent="-228600" algn="l" defTabSz="91435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Trebuchet MS" pitchFamily="34" charset="0"/>
              <a:buChar char="▫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9pPr>
          </a:lstStyle>
          <a:p>
            <a:pPr lvl="0" algn="l"/>
            <a:r>
              <a:rPr lang="en-US" sz="1300">
                <a:solidFill>
                  <a:schemeClr val="tx1"/>
                </a:solidFill>
                <a:latin typeface="Trebuchet MS"/>
              </a:rPr>
              <a:t>data_validation, named_ranges</a:t>
            </a:r>
          </a:p>
        </p:txBody>
      </p:sp>
      <p:sp>
        <p:nvSpPr>
          <p:cNvPr id="1016" name="TextBox"/>
          <p:cNvSpPr txBox="1">
            <a:spLocks/>
          </p:cNvSpPr>
          <p:nvPr/>
        </p:nvSpPr>
        <p:spPr>
          <a:xfrm>
            <a:off x="1883723" y="4332681"/>
            <a:ext cx="1871104" cy="617929"/>
          </a:xfrm>
          <a:prstGeom prst="rect">
            <a:avLst/>
          </a:prstGeom>
          <a:noFill/>
        </p:spPr>
        <p:txBody>
          <a:bodyPr vert="horz" lIns="0" tIns="0" rIns="0" bIns="0" rtlCol="0" anchor="t">
            <a:noAutofit/>
          </a:bodyPr>
          <a:lstStyle>
            <a:lvl1pPr marL="0" indent="0" algn="l" defTabSz="914354" rtl="0" eaLnBrk="1" latinLnBrk="0" hangingPunct="1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None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1pPr>
            <a:lvl2pPr marL="228600" indent="-228600" algn="l" defTabSz="914354" rtl="0" eaLnBrk="1" latinLnBrk="0" hangingPunct="1">
              <a:lnSpc>
                <a:spcPct val="114000"/>
              </a:lnSpc>
              <a:spcBef>
                <a:spcPts val="250"/>
              </a:spcBef>
              <a:spcAft>
                <a:spcPts val="0"/>
              </a:spcAft>
              <a:buFont typeface="Trebuchet MS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2pPr>
            <a:lvl3pPr marL="457200" indent="-228600" algn="l" defTabSz="914354" rtl="0" eaLnBrk="1" latinLnBrk="0" hangingPunct="1">
              <a:lnSpc>
                <a:spcPct val="114000"/>
              </a:lnSpc>
              <a:spcBef>
                <a:spcPts val="125"/>
              </a:spcBef>
              <a:spcAft>
                <a:spcPts val="0"/>
              </a:spcAft>
              <a:buFont typeface="Trebuchet MS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3pPr>
            <a:lvl4pPr marL="685800" indent="-228600" algn="l" defTabSz="914354" rtl="0" eaLnBrk="1" latinLnBrk="0" hangingPunct="1">
              <a:lnSpc>
                <a:spcPct val="114000"/>
              </a:lnSpc>
              <a:spcBef>
                <a:spcPts val="125"/>
              </a:spcBef>
              <a:spcAft>
                <a:spcPts val="0"/>
              </a:spcAft>
              <a:buFont typeface="Trebuchet MS" pitchFamily="34" charset="0"/>
              <a:buChar char="»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4pPr>
            <a:lvl5pPr marL="914400" indent="-228600" algn="l" defTabSz="914354" rtl="0" eaLnBrk="1" latinLnBrk="0" hangingPunct="1">
              <a:lnSpc>
                <a:spcPct val="114000"/>
              </a:lnSpc>
              <a:spcBef>
                <a:spcPts val="125"/>
              </a:spcBef>
              <a:spcAft>
                <a:spcPts val="0"/>
              </a:spcAft>
              <a:buFont typeface="Trebuchet MS" pitchFamily="34" charset="0"/>
              <a:buChar char="›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5pPr>
            <a:lvl6pPr marL="1143000" indent="-228600" algn="l" defTabSz="914354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Font typeface="Trebuchet MS" pitchFamily="34" charset="0"/>
              <a:buChar char="◦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6pPr>
            <a:lvl7pPr marL="914400" indent="0" algn="l" defTabSz="91435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7pPr>
            <a:lvl8pPr marL="1143000" indent="-228600" algn="l" defTabSz="91435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Trebuchet MS" pitchFamily="34" charset="0"/>
              <a:buChar char="▫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8pPr>
            <a:lvl9pPr marL="1143000" indent="-228600" algn="l" defTabSz="91435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Trebuchet MS" pitchFamily="34" charset="0"/>
              <a:buChar char="▫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9pPr>
          </a:lstStyle>
          <a:p>
            <a:pPr lvl="0" algn="l"/>
            <a:r>
              <a:rPr lang="en-US" sz="1300">
                <a:solidFill>
                  <a:schemeClr val="tx1"/>
                </a:solidFill>
                <a:latin typeface="Trebuchet MS"/>
              </a:rPr>
              <a:t>Social</a:t>
            </a:r>
          </a:p>
        </p:txBody>
      </p:sp>
      <p:sp>
        <p:nvSpPr>
          <p:cNvPr id="1017" name="TextBox"/>
          <p:cNvSpPr txBox="1">
            <a:spLocks/>
          </p:cNvSpPr>
          <p:nvPr/>
        </p:nvSpPr>
        <p:spPr>
          <a:xfrm>
            <a:off x="3846267" y="4332681"/>
            <a:ext cx="3676197" cy="617929"/>
          </a:xfrm>
          <a:prstGeom prst="rect">
            <a:avLst/>
          </a:prstGeom>
          <a:noFill/>
        </p:spPr>
        <p:txBody>
          <a:bodyPr vert="horz" lIns="0" tIns="0" rIns="0" bIns="0" rtlCol="0" anchor="t">
            <a:noAutofit/>
          </a:bodyPr>
          <a:lstStyle>
            <a:lvl1pPr marL="0" indent="0" algn="l" defTabSz="914354" rtl="0" eaLnBrk="1" latinLnBrk="0" hangingPunct="1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None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1pPr>
            <a:lvl2pPr marL="228600" indent="-228600" algn="l" defTabSz="914354" rtl="0" eaLnBrk="1" latinLnBrk="0" hangingPunct="1">
              <a:lnSpc>
                <a:spcPct val="114000"/>
              </a:lnSpc>
              <a:spcBef>
                <a:spcPts val="250"/>
              </a:spcBef>
              <a:spcAft>
                <a:spcPts val="0"/>
              </a:spcAft>
              <a:buFont typeface="Trebuchet MS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2pPr>
            <a:lvl3pPr marL="457200" indent="-228600" algn="l" defTabSz="914354" rtl="0" eaLnBrk="1" latinLnBrk="0" hangingPunct="1">
              <a:lnSpc>
                <a:spcPct val="114000"/>
              </a:lnSpc>
              <a:spcBef>
                <a:spcPts val="125"/>
              </a:spcBef>
              <a:spcAft>
                <a:spcPts val="0"/>
              </a:spcAft>
              <a:buFont typeface="Trebuchet MS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3pPr>
            <a:lvl4pPr marL="685800" indent="-228600" algn="l" defTabSz="914354" rtl="0" eaLnBrk="1" latinLnBrk="0" hangingPunct="1">
              <a:lnSpc>
                <a:spcPct val="114000"/>
              </a:lnSpc>
              <a:spcBef>
                <a:spcPts val="125"/>
              </a:spcBef>
              <a:spcAft>
                <a:spcPts val="0"/>
              </a:spcAft>
              <a:buFont typeface="Trebuchet MS" pitchFamily="34" charset="0"/>
              <a:buChar char="»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4pPr>
            <a:lvl5pPr marL="914400" indent="-228600" algn="l" defTabSz="914354" rtl="0" eaLnBrk="1" latinLnBrk="0" hangingPunct="1">
              <a:lnSpc>
                <a:spcPct val="114000"/>
              </a:lnSpc>
              <a:spcBef>
                <a:spcPts val="125"/>
              </a:spcBef>
              <a:spcAft>
                <a:spcPts val="0"/>
              </a:spcAft>
              <a:buFont typeface="Trebuchet MS" pitchFamily="34" charset="0"/>
              <a:buChar char="›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5pPr>
            <a:lvl6pPr marL="1143000" indent="-228600" algn="l" defTabSz="914354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Font typeface="Trebuchet MS" pitchFamily="34" charset="0"/>
              <a:buChar char="◦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6pPr>
            <a:lvl7pPr marL="914400" indent="0" algn="l" defTabSz="91435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7pPr>
            <a:lvl8pPr marL="1143000" indent="-228600" algn="l" defTabSz="91435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Trebuchet MS" pitchFamily="34" charset="0"/>
              <a:buChar char="▫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8pPr>
            <a:lvl9pPr marL="1143000" indent="-228600" algn="l" defTabSz="91435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Trebuchet MS" pitchFamily="34" charset="0"/>
              <a:buChar char="▫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9pPr>
          </a:lstStyle>
          <a:p>
            <a:pPr lvl="0" algn="l"/>
            <a:r>
              <a:rPr lang="en-US" sz="1300">
                <a:solidFill>
                  <a:schemeClr val="tx1"/>
                </a:solidFill>
                <a:latin typeface="Trebuchet MS"/>
              </a:rPr>
              <a:t>comments</a:t>
            </a:r>
          </a:p>
        </p:txBody>
      </p:sp>
      <p:sp>
        <p:nvSpPr>
          <p:cNvPr id="1018" name="TextBox"/>
          <p:cNvSpPr txBox="1">
            <a:spLocks/>
          </p:cNvSpPr>
          <p:nvPr/>
        </p:nvSpPr>
        <p:spPr>
          <a:xfrm>
            <a:off x="1883723" y="5042050"/>
            <a:ext cx="1871104" cy="649379"/>
          </a:xfrm>
          <a:prstGeom prst="rect">
            <a:avLst/>
          </a:prstGeom>
          <a:noFill/>
        </p:spPr>
        <p:txBody>
          <a:bodyPr vert="horz" lIns="0" tIns="0" rIns="0" bIns="0" rtlCol="0" anchor="t">
            <a:noAutofit/>
          </a:bodyPr>
          <a:lstStyle>
            <a:lvl1pPr marL="0" indent="0" algn="l" defTabSz="914354" rtl="0" eaLnBrk="1" latinLnBrk="0" hangingPunct="1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None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1pPr>
            <a:lvl2pPr marL="228600" indent="-228600" algn="l" defTabSz="914354" rtl="0" eaLnBrk="1" latinLnBrk="0" hangingPunct="1">
              <a:lnSpc>
                <a:spcPct val="114000"/>
              </a:lnSpc>
              <a:spcBef>
                <a:spcPts val="250"/>
              </a:spcBef>
              <a:spcAft>
                <a:spcPts val="0"/>
              </a:spcAft>
              <a:buFont typeface="Trebuchet MS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2pPr>
            <a:lvl3pPr marL="457200" indent="-228600" algn="l" defTabSz="914354" rtl="0" eaLnBrk="1" latinLnBrk="0" hangingPunct="1">
              <a:lnSpc>
                <a:spcPct val="114000"/>
              </a:lnSpc>
              <a:spcBef>
                <a:spcPts val="125"/>
              </a:spcBef>
              <a:spcAft>
                <a:spcPts val="0"/>
              </a:spcAft>
              <a:buFont typeface="Trebuchet MS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3pPr>
            <a:lvl4pPr marL="685800" indent="-228600" algn="l" defTabSz="914354" rtl="0" eaLnBrk="1" latinLnBrk="0" hangingPunct="1">
              <a:lnSpc>
                <a:spcPct val="114000"/>
              </a:lnSpc>
              <a:spcBef>
                <a:spcPts val="125"/>
              </a:spcBef>
              <a:spcAft>
                <a:spcPts val="0"/>
              </a:spcAft>
              <a:buFont typeface="Trebuchet MS" pitchFamily="34" charset="0"/>
              <a:buChar char="»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4pPr>
            <a:lvl5pPr marL="914400" indent="-228600" algn="l" defTabSz="914354" rtl="0" eaLnBrk="1" latinLnBrk="0" hangingPunct="1">
              <a:lnSpc>
                <a:spcPct val="114000"/>
              </a:lnSpc>
              <a:spcBef>
                <a:spcPts val="125"/>
              </a:spcBef>
              <a:spcAft>
                <a:spcPts val="0"/>
              </a:spcAft>
              <a:buFont typeface="Trebuchet MS" pitchFamily="34" charset="0"/>
              <a:buChar char="›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5pPr>
            <a:lvl6pPr marL="1143000" indent="-228600" algn="l" defTabSz="914354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Font typeface="Trebuchet MS" pitchFamily="34" charset="0"/>
              <a:buChar char="◦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6pPr>
            <a:lvl7pPr marL="914400" indent="0" algn="l" defTabSz="91435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7pPr>
            <a:lvl8pPr marL="1143000" indent="-228600" algn="l" defTabSz="91435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Trebuchet MS" pitchFamily="34" charset="0"/>
              <a:buChar char="▫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8pPr>
            <a:lvl9pPr marL="1143000" indent="-228600" algn="l" defTabSz="91435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Trebuchet MS" pitchFamily="34" charset="0"/>
              <a:buChar char="▫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9pPr>
          </a:lstStyle>
          <a:p>
            <a:pPr lvl="0" algn="l"/>
            <a:r>
              <a:rPr lang="en-US" sz="1300">
                <a:solidFill>
                  <a:schemeClr val="tx1"/>
                </a:solidFill>
                <a:latin typeface="Trebuchet MS"/>
              </a:rPr>
              <a:t>Admin</a:t>
            </a:r>
          </a:p>
        </p:txBody>
      </p:sp>
      <p:sp>
        <p:nvSpPr>
          <p:cNvPr id="1019" name="TextBox"/>
          <p:cNvSpPr txBox="1">
            <a:spLocks/>
          </p:cNvSpPr>
          <p:nvPr/>
        </p:nvSpPr>
        <p:spPr>
          <a:xfrm>
            <a:off x="3846267" y="5042050"/>
            <a:ext cx="3676197" cy="649379"/>
          </a:xfrm>
          <a:prstGeom prst="rect">
            <a:avLst/>
          </a:prstGeom>
          <a:noFill/>
        </p:spPr>
        <p:txBody>
          <a:bodyPr vert="horz" lIns="0" tIns="0" rIns="0" bIns="0" rtlCol="0" anchor="t">
            <a:noAutofit/>
          </a:bodyPr>
          <a:lstStyle>
            <a:lvl1pPr marL="0" indent="0" algn="l" defTabSz="914354" rtl="0" eaLnBrk="1" latinLnBrk="0" hangingPunct="1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None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1pPr>
            <a:lvl2pPr marL="228600" indent="-228600" algn="l" defTabSz="914354" rtl="0" eaLnBrk="1" latinLnBrk="0" hangingPunct="1">
              <a:lnSpc>
                <a:spcPct val="114000"/>
              </a:lnSpc>
              <a:spcBef>
                <a:spcPts val="250"/>
              </a:spcBef>
              <a:spcAft>
                <a:spcPts val="0"/>
              </a:spcAft>
              <a:buFont typeface="Trebuchet MS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2pPr>
            <a:lvl3pPr marL="457200" indent="-228600" algn="l" defTabSz="914354" rtl="0" eaLnBrk="1" latinLnBrk="0" hangingPunct="1">
              <a:lnSpc>
                <a:spcPct val="114000"/>
              </a:lnSpc>
              <a:spcBef>
                <a:spcPts val="125"/>
              </a:spcBef>
              <a:spcAft>
                <a:spcPts val="0"/>
              </a:spcAft>
              <a:buFont typeface="Trebuchet MS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3pPr>
            <a:lvl4pPr marL="685800" indent="-228600" algn="l" defTabSz="914354" rtl="0" eaLnBrk="1" latinLnBrk="0" hangingPunct="1">
              <a:lnSpc>
                <a:spcPct val="114000"/>
              </a:lnSpc>
              <a:spcBef>
                <a:spcPts val="125"/>
              </a:spcBef>
              <a:spcAft>
                <a:spcPts val="0"/>
              </a:spcAft>
              <a:buFont typeface="Trebuchet MS" pitchFamily="34" charset="0"/>
              <a:buChar char="»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4pPr>
            <a:lvl5pPr marL="914400" indent="-228600" algn="l" defTabSz="914354" rtl="0" eaLnBrk="1" latinLnBrk="0" hangingPunct="1">
              <a:lnSpc>
                <a:spcPct val="114000"/>
              </a:lnSpc>
              <a:spcBef>
                <a:spcPts val="125"/>
              </a:spcBef>
              <a:spcAft>
                <a:spcPts val="0"/>
              </a:spcAft>
              <a:buFont typeface="Trebuchet MS" pitchFamily="34" charset="0"/>
              <a:buChar char="›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5pPr>
            <a:lvl6pPr marL="1143000" indent="-228600" algn="l" defTabSz="914354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Font typeface="Trebuchet MS" pitchFamily="34" charset="0"/>
              <a:buChar char="◦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6pPr>
            <a:lvl7pPr marL="914400" indent="0" algn="l" defTabSz="91435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7pPr>
            <a:lvl8pPr marL="1143000" indent="-228600" algn="l" defTabSz="91435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Trebuchet MS" pitchFamily="34" charset="0"/>
              <a:buChar char="▫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8pPr>
            <a:lvl9pPr marL="1143000" indent="-228600" algn="l" defTabSz="91435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Trebuchet MS" pitchFamily="34" charset="0"/>
              <a:buChar char="▫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9pPr>
          </a:lstStyle>
          <a:p>
            <a:pPr lvl="0" algn="l"/>
            <a:r>
              <a:rPr lang="en-US" sz="1300">
                <a:solidFill>
                  <a:schemeClr val="tx1"/>
                </a:solidFill>
                <a:latin typeface="Trebuchet MS"/>
              </a:rPr>
              <a:t>protection, page_layout</a:t>
            </a:r>
          </a:p>
        </p:txBody>
      </p:sp>
      <p:sp>
        <p:nvSpPr>
          <p:cNvPr id="1020" name="TextBox"/>
          <p:cNvSpPr txBox="1">
            <a:spLocks/>
          </p:cNvSpPr>
          <p:nvPr/>
        </p:nvSpPr>
        <p:spPr>
          <a:xfrm>
            <a:off x="1883723" y="5782869"/>
            <a:ext cx="1871104" cy="617931"/>
          </a:xfrm>
          <a:prstGeom prst="rect">
            <a:avLst/>
          </a:prstGeom>
          <a:noFill/>
        </p:spPr>
        <p:txBody>
          <a:bodyPr vert="horz" lIns="0" tIns="0" rIns="0" bIns="0" rtlCol="0" anchor="t">
            <a:noAutofit/>
          </a:bodyPr>
          <a:lstStyle>
            <a:lvl1pPr marL="0" indent="0" algn="l" defTabSz="914354" rtl="0" eaLnBrk="1" latinLnBrk="0" hangingPunct="1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None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1pPr>
            <a:lvl2pPr marL="228600" indent="-228600" algn="l" defTabSz="914354" rtl="0" eaLnBrk="1" latinLnBrk="0" hangingPunct="1">
              <a:lnSpc>
                <a:spcPct val="114000"/>
              </a:lnSpc>
              <a:spcBef>
                <a:spcPts val="250"/>
              </a:spcBef>
              <a:spcAft>
                <a:spcPts val="0"/>
              </a:spcAft>
              <a:buFont typeface="Trebuchet MS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2pPr>
            <a:lvl3pPr marL="457200" indent="-228600" algn="l" defTabSz="914354" rtl="0" eaLnBrk="1" latinLnBrk="0" hangingPunct="1">
              <a:lnSpc>
                <a:spcPct val="114000"/>
              </a:lnSpc>
              <a:spcBef>
                <a:spcPts val="125"/>
              </a:spcBef>
              <a:spcAft>
                <a:spcPts val="0"/>
              </a:spcAft>
              <a:buFont typeface="Trebuchet MS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3pPr>
            <a:lvl4pPr marL="685800" indent="-228600" algn="l" defTabSz="914354" rtl="0" eaLnBrk="1" latinLnBrk="0" hangingPunct="1">
              <a:lnSpc>
                <a:spcPct val="114000"/>
              </a:lnSpc>
              <a:spcBef>
                <a:spcPts val="125"/>
              </a:spcBef>
              <a:spcAft>
                <a:spcPts val="0"/>
              </a:spcAft>
              <a:buFont typeface="Trebuchet MS" pitchFamily="34" charset="0"/>
              <a:buChar char="»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4pPr>
            <a:lvl5pPr marL="914400" indent="-228600" algn="l" defTabSz="914354" rtl="0" eaLnBrk="1" latinLnBrk="0" hangingPunct="1">
              <a:lnSpc>
                <a:spcPct val="114000"/>
              </a:lnSpc>
              <a:spcBef>
                <a:spcPts val="125"/>
              </a:spcBef>
              <a:spcAft>
                <a:spcPts val="0"/>
              </a:spcAft>
              <a:buFont typeface="Trebuchet MS" pitchFamily="34" charset="0"/>
              <a:buChar char="›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5pPr>
            <a:lvl6pPr marL="1143000" indent="-228600" algn="l" defTabSz="914354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Font typeface="Trebuchet MS" pitchFamily="34" charset="0"/>
              <a:buChar char="◦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6pPr>
            <a:lvl7pPr marL="914400" indent="0" algn="l" defTabSz="91435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7pPr>
            <a:lvl8pPr marL="1143000" indent="-228600" algn="l" defTabSz="91435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Trebuchet MS" pitchFamily="34" charset="0"/>
              <a:buChar char="▫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8pPr>
            <a:lvl9pPr marL="1143000" indent="-228600" algn="l" defTabSz="91435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Trebuchet MS" pitchFamily="34" charset="0"/>
              <a:buChar char="▫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9pPr>
          </a:lstStyle>
          <a:p>
            <a:pPr lvl="0" algn="l"/>
            <a:r>
              <a:rPr lang="en-US" sz="1300">
                <a:solidFill>
                  <a:schemeClr val="tx1"/>
                </a:solidFill>
                <a:latin typeface="Trebuchet MS"/>
              </a:rPr>
              <a:t>Media</a:t>
            </a:r>
          </a:p>
        </p:txBody>
      </p:sp>
      <p:sp>
        <p:nvSpPr>
          <p:cNvPr id="1021" name="TextBox"/>
          <p:cNvSpPr txBox="1">
            <a:spLocks/>
          </p:cNvSpPr>
          <p:nvPr/>
        </p:nvSpPr>
        <p:spPr>
          <a:xfrm>
            <a:off x="3846267" y="5782869"/>
            <a:ext cx="3676197" cy="617931"/>
          </a:xfrm>
          <a:prstGeom prst="rect">
            <a:avLst/>
          </a:prstGeom>
          <a:noFill/>
        </p:spPr>
        <p:txBody>
          <a:bodyPr vert="horz" lIns="0" tIns="0" rIns="0" bIns="0" rtlCol="0" anchor="t">
            <a:noAutofit/>
          </a:bodyPr>
          <a:lstStyle>
            <a:lvl1pPr marL="0" indent="0" algn="l" defTabSz="914354" rtl="0" eaLnBrk="1" latinLnBrk="0" hangingPunct="1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None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1pPr>
            <a:lvl2pPr marL="228600" indent="-228600" algn="l" defTabSz="914354" rtl="0" eaLnBrk="1" latinLnBrk="0" hangingPunct="1">
              <a:lnSpc>
                <a:spcPct val="114000"/>
              </a:lnSpc>
              <a:spcBef>
                <a:spcPts val="250"/>
              </a:spcBef>
              <a:spcAft>
                <a:spcPts val="0"/>
              </a:spcAft>
              <a:buFont typeface="Trebuchet MS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2pPr>
            <a:lvl3pPr marL="457200" indent="-228600" algn="l" defTabSz="914354" rtl="0" eaLnBrk="1" latinLnBrk="0" hangingPunct="1">
              <a:lnSpc>
                <a:spcPct val="114000"/>
              </a:lnSpc>
              <a:spcBef>
                <a:spcPts val="125"/>
              </a:spcBef>
              <a:spcAft>
                <a:spcPts val="0"/>
              </a:spcAft>
              <a:buFont typeface="Trebuchet MS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3pPr>
            <a:lvl4pPr marL="685800" indent="-228600" algn="l" defTabSz="914354" rtl="0" eaLnBrk="1" latinLnBrk="0" hangingPunct="1">
              <a:lnSpc>
                <a:spcPct val="114000"/>
              </a:lnSpc>
              <a:spcBef>
                <a:spcPts val="125"/>
              </a:spcBef>
              <a:spcAft>
                <a:spcPts val="0"/>
              </a:spcAft>
              <a:buFont typeface="Trebuchet MS" pitchFamily="34" charset="0"/>
              <a:buChar char="»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4pPr>
            <a:lvl5pPr marL="914400" indent="-228600" algn="l" defTabSz="914354" rtl="0" eaLnBrk="1" latinLnBrk="0" hangingPunct="1">
              <a:lnSpc>
                <a:spcPct val="114000"/>
              </a:lnSpc>
              <a:spcBef>
                <a:spcPts val="125"/>
              </a:spcBef>
              <a:spcAft>
                <a:spcPts val="0"/>
              </a:spcAft>
              <a:buFont typeface="Trebuchet MS" pitchFamily="34" charset="0"/>
              <a:buChar char="›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5pPr>
            <a:lvl6pPr marL="1143000" indent="-228600" algn="l" defTabSz="914354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Font typeface="Trebuchet MS" pitchFamily="34" charset="0"/>
              <a:buChar char="◦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6pPr>
            <a:lvl7pPr marL="914400" indent="0" algn="l" defTabSz="91435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7pPr>
            <a:lvl8pPr marL="1143000" indent="-228600" algn="l" defTabSz="91435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Trebuchet MS" pitchFamily="34" charset="0"/>
              <a:buChar char="▫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8pPr>
            <a:lvl9pPr marL="1143000" indent="-228600" algn="l" defTabSz="91435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Trebuchet MS" pitchFamily="34" charset="0"/>
              <a:buChar char="▫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9pPr>
          </a:lstStyle>
          <a:p>
            <a:pPr lvl="0" algn="l"/>
            <a:r>
              <a:rPr lang="en-US" sz="1300">
                <a:solidFill>
                  <a:schemeClr val="tx1"/>
                </a:solidFill>
                <a:latin typeface="Trebuchet MS"/>
              </a:rPr>
              <a:t>hyperlinks, images</a:t>
            </a:r>
          </a:p>
        </p:txBody>
      </p:sp>
      <p:cxnSp>
        <p:nvCxnSpPr>
          <p:cNvPr id="1022" name="Line"/>
          <p:cNvCxnSpPr/>
          <p:nvPr/>
        </p:nvCxnSpPr>
        <p:spPr>
          <a:xfrm>
            <a:off x="554736" y="2836773"/>
            <a:ext cx="6967728" cy="0"/>
          </a:xfrm>
          <a:prstGeom prst="line">
            <a:avLst/>
          </a:prstGeom>
          <a:ln w="6350">
            <a:solidFill>
              <a:schemeClr val="dk2"/>
            </a:solidFill>
          </a:ln>
        </p:spPr>
      </p:cxnSp>
      <p:cxnSp>
        <p:nvCxnSpPr>
          <p:cNvPr id="1023" name="Line"/>
          <p:cNvCxnSpPr/>
          <p:nvPr/>
        </p:nvCxnSpPr>
        <p:spPr>
          <a:xfrm>
            <a:off x="554736" y="3577592"/>
            <a:ext cx="6967728" cy="0"/>
          </a:xfrm>
          <a:prstGeom prst="line">
            <a:avLst/>
          </a:prstGeom>
          <a:ln w="6350">
            <a:solidFill>
              <a:schemeClr val="dk2"/>
            </a:solidFill>
          </a:ln>
        </p:spPr>
      </p:cxnSp>
      <p:cxnSp>
        <p:nvCxnSpPr>
          <p:cNvPr id="1024" name="Line"/>
          <p:cNvCxnSpPr/>
          <p:nvPr/>
        </p:nvCxnSpPr>
        <p:spPr>
          <a:xfrm>
            <a:off x="554736" y="4286961"/>
            <a:ext cx="6967728" cy="0"/>
          </a:xfrm>
          <a:prstGeom prst="line">
            <a:avLst/>
          </a:prstGeom>
          <a:ln w="6350">
            <a:solidFill>
              <a:schemeClr val="dk2"/>
            </a:solidFill>
          </a:ln>
        </p:spPr>
      </p:cxnSp>
      <p:cxnSp>
        <p:nvCxnSpPr>
          <p:cNvPr id="1025" name="Line"/>
          <p:cNvCxnSpPr/>
          <p:nvPr/>
        </p:nvCxnSpPr>
        <p:spPr>
          <a:xfrm>
            <a:off x="554736" y="4996330"/>
            <a:ext cx="6967728" cy="0"/>
          </a:xfrm>
          <a:prstGeom prst="line">
            <a:avLst/>
          </a:prstGeom>
          <a:ln w="6350">
            <a:solidFill>
              <a:schemeClr val="dk2"/>
            </a:solidFill>
          </a:ln>
        </p:spPr>
      </p:cxnSp>
      <p:cxnSp>
        <p:nvCxnSpPr>
          <p:cNvPr id="1026" name="Line"/>
          <p:cNvCxnSpPr/>
          <p:nvPr/>
        </p:nvCxnSpPr>
        <p:spPr>
          <a:xfrm>
            <a:off x="554736" y="5737149"/>
            <a:ext cx="6967728" cy="0"/>
          </a:xfrm>
          <a:prstGeom prst="line">
            <a:avLst/>
          </a:prstGeom>
          <a:ln w="6350">
            <a:solidFill>
              <a:schemeClr val="dk2"/>
            </a:solidFill>
          </a:ln>
        </p:spPr>
      </p:cxnSp>
      <p:sp>
        <p:nvSpPr>
          <p:cNvPr id="1027" name="TextBox"/>
          <p:cNvSpPr txBox="1">
            <a:spLocks/>
          </p:cNvSpPr>
          <p:nvPr/>
        </p:nvSpPr>
        <p:spPr>
          <a:xfrm>
            <a:off x="8173371" y="1714001"/>
            <a:ext cx="3465576" cy="4732519"/>
          </a:xfrm>
          <a:prstGeom prst="rect">
            <a:avLst/>
          </a:prstGeom>
          <a:noFill/>
        </p:spPr>
        <p:txBody>
          <a:bodyPr vert="horz" lIns="0" tIns="0" rIns="0" bIns="0" rtlCol="0" anchor="t">
            <a:noAutofit/>
          </a:bodyPr>
          <a:lstStyle>
            <a:lvl1pPr marL="0" indent="0" algn="l" defTabSz="914354" rtl="0" eaLnBrk="1" latinLnBrk="0" hangingPunct="1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None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1pPr>
            <a:lvl2pPr marL="228600" indent="-228600" algn="l" defTabSz="914354" rtl="0" eaLnBrk="1" latinLnBrk="0" hangingPunct="1">
              <a:lnSpc>
                <a:spcPct val="114000"/>
              </a:lnSpc>
              <a:spcBef>
                <a:spcPts val="250"/>
              </a:spcBef>
              <a:spcAft>
                <a:spcPts val="0"/>
              </a:spcAft>
              <a:buFont typeface="Trebuchet MS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2pPr>
            <a:lvl3pPr marL="457200" indent="-228600" algn="l" defTabSz="914354" rtl="0" eaLnBrk="1" latinLnBrk="0" hangingPunct="1">
              <a:lnSpc>
                <a:spcPct val="114000"/>
              </a:lnSpc>
              <a:spcBef>
                <a:spcPts val="125"/>
              </a:spcBef>
              <a:spcAft>
                <a:spcPts val="0"/>
              </a:spcAft>
              <a:buFont typeface="Trebuchet MS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3pPr>
            <a:lvl4pPr marL="685800" indent="-228600" algn="l" defTabSz="914354" rtl="0" eaLnBrk="1" latinLnBrk="0" hangingPunct="1">
              <a:lnSpc>
                <a:spcPct val="114000"/>
              </a:lnSpc>
              <a:spcBef>
                <a:spcPts val="125"/>
              </a:spcBef>
              <a:spcAft>
                <a:spcPts val="0"/>
              </a:spcAft>
              <a:buFont typeface="Trebuchet MS" pitchFamily="34" charset="0"/>
              <a:buChar char="»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4pPr>
            <a:lvl5pPr marL="914400" indent="-228600" algn="l" defTabSz="914354" rtl="0" eaLnBrk="1" latinLnBrk="0" hangingPunct="1">
              <a:lnSpc>
                <a:spcPct val="114000"/>
              </a:lnSpc>
              <a:spcBef>
                <a:spcPts val="125"/>
              </a:spcBef>
              <a:spcAft>
                <a:spcPts val="0"/>
              </a:spcAft>
              <a:buFont typeface="Trebuchet MS" pitchFamily="34" charset="0"/>
              <a:buChar char="›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5pPr>
            <a:lvl6pPr marL="1143000" indent="-228600" algn="l" defTabSz="914354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Font typeface="Trebuchet MS" pitchFamily="34" charset="0"/>
              <a:buChar char="◦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6pPr>
            <a:lvl7pPr marL="914400" indent="0" algn="l" defTabSz="91435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7pPr>
            <a:lvl8pPr marL="1143000" indent="-228600" algn="l" defTabSz="91435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Trebuchet MS" pitchFamily="34" charset="0"/>
              <a:buChar char="▫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8pPr>
            <a:lvl9pPr marL="1143000" indent="-228600" algn="l" defTabSz="91435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Trebuchet MS" pitchFamily="34" charset="0"/>
              <a:buChar char="▫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9pPr>
          </a:lstStyle>
          <a:p>
            <a:pPr lvl="0" algn="l"/>
            <a:r>
              <a:rPr lang="en-US" sz="1600" b="1">
                <a:solidFill>
                  <a:schemeClr val="accent1"/>
                </a:solidFill>
                <a:latin typeface="Trebuchet MS"/>
              </a:rPr>
              <a:t>How it works</a:t>
            </a:r>
          </a:p>
          <a:p>
            <a:pPr lvl="0" algn="l"/>
            <a:r>
              <a:rPr lang="en-US" sz="1400">
                <a:solidFill>
                  <a:schemeClr val="tx1"/>
                </a:solidFill>
                <a:latin typeface="Trebuchet MS"/>
              </a:rPr>
              <a:t>Before each LLM call, scan the last user message for trigger keywords.</a:t>
            </a:r>
          </a:p>
          <a:p>
            <a:pPr lvl="0" algn="l"/>
            <a:endParaRPr lang="en-US"/>
          </a:p>
          <a:p>
            <a:pPr lvl="0" algn="l"/>
            <a:r>
              <a:rPr lang="en-US" sz="1400">
                <a:solidFill>
                  <a:schemeClr val="tx1"/>
                </a:solidFill>
                <a:latin typeface="Trebuchet MS"/>
              </a:rPr>
              <a:t xml:space="preserve">If user mentions </a:t>
            </a:r>
            <a:r>
              <a:rPr lang="en-US" sz="1400" b="1">
                <a:solidFill>
                  <a:schemeClr val="tx1"/>
                </a:solidFill>
                <a:latin typeface="Trebuchet MS"/>
              </a:rPr>
              <a:t>chart</a:t>
            </a:r>
            <a:r>
              <a:rPr lang="en-US" sz="1400">
                <a:solidFill>
                  <a:schemeClr val="tx1"/>
                </a:solidFill>
                <a:latin typeface="Trebuchet MS"/>
              </a:rPr>
              <a:t xml:space="preserve"> or </a:t>
            </a:r>
            <a:r>
              <a:rPr lang="en-US" sz="1400" b="1">
                <a:solidFill>
                  <a:schemeClr val="tx1"/>
                </a:solidFill>
                <a:latin typeface="Trebuchet MS"/>
              </a:rPr>
              <a:t>graph</a:t>
            </a:r>
            <a:r>
              <a:rPr lang="en-US" sz="1400">
                <a:solidFill>
                  <a:schemeClr val="tx1"/>
                </a:solidFill>
                <a:latin typeface="Trebuchet MS"/>
              </a:rPr>
              <a:t xml:space="preserve"> → inject the chart tool for that turn.</a:t>
            </a:r>
          </a:p>
          <a:p>
            <a:pPr lvl="0" algn="l"/>
            <a:endParaRPr lang="en-US"/>
          </a:p>
          <a:p>
            <a:pPr lvl="0" algn="l"/>
            <a:r>
              <a:rPr lang="en-US" sz="1400">
                <a:solidFill>
                  <a:schemeClr val="tx1"/>
                </a:solidFill>
                <a:latin typeface="Trebuchet MS"/>
              </a:rPr>
              <a:t xml:space="preserve">Model always sees </a:t>
            </a:r>
            <a:r>
              <a:rPr lang="en-US" sz="1400" b="1">
                <a:solidFill>
                  <a:schemeClr val="tx1"/>
                </a:solidFill>
                <a:latin typeface="Trebuchet MS"/>
              </a:rPr>
              <a:t>10–12 tools</a:t>
            </a:r>
            <a:r>
              <a:rPr lang="en-US" sz="1400">
                <a:solidFill>
                  <a:schemeClr val="tx1"/>
                </a:solidFill>
                <a:latin typeface="Trebuchet MS"/>
              </a:rPr>
              <a:t>, never 20+.</a:t>
            </a:r>
          </a:p>
          <a:p>
            <a:pPr lvl="0" algn="l"/>
            <a:endParaRPr lang="en-US"/>
          </a:p>
          <a:p>
            <a:pPr lvl="0" algn="l"/>
            <a:r>
              <a:rPr lang="en-US" sz="1600" b="1">
                <a:solidFill>
                  <a:schemeClr val="accent2"/>
                </a:solidFill>
                <a:latin typeface="Trebuchet MS"/>
              </a:rPr>
              <a:t>Benefits</a:t>
            </a:r>
          </a:p>
          <a:p>
            <a:pPr lvl="0" algn="l"/>
            <a:r>
              <a:rPr lang="en-US" sz="1400">
                <a:solidFill>
                  <a:schemeClr val="tx1"/>
                </a:solidFill>
                <a:latin typeface="Trebuchet MS"/>
              </a:rPr>
              <a:t xml:space="preserve">Each on-demand tool can have a </a:t>
            </a:r>
            <a:r>
              <a:rPr lang="en-US" sz="1400" b="1">
                <a:solidFill>
                  <a:schemeClr val="tx1"/>
                </a:solidFill>
                <a:latin typeface="Trebuchet MS"/>
              </a:rPr>
              <a:t>richer description</a:t>
            </a:r>
            <a:r>
              <a:rPr lang="en-US" sz="1400">
                <a:solidFill>
                  <a:schemeClr val="tx1"/>
                </a:solidFill>
                <a:latin typeface="Trebuchet MS"/>
              </a:rPr>
              <a:t xml:space="preserve"> because it only costs tokens when relevant.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Implementation roadmap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7" sz="quarter"/>
          </p:nvPr>
        </p:nvSpPr>
        <p:spPr/>
        <p:txBody>
          <a:bodyPr/>
          <a:lstStyle/>
          <a:p>
            <a:r>
              <a:t>Next Steps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Effort vs impact for each change</a:t>
            </a:r>
          </a:p>
        </p:txBody>
      </p:sp>
      <p:sp>
        <p:nvSpPr>
          <p:cNvPr id="1001" name="TextBox"/>
          <p:cNvSpPr txBox="1">
            <a:spLocks/>
          </p:cNvSpPr>
          <p:nvPr/>
        </p:nvSpPr>
        <p:spPr>
          <a:xfrm>
            <a:off x="5072090" y="1755720"/>
            <a:ext cx="1640287" cy="322945"/>
          </a:xfrm>
          <a:prstGeom prst="rect">
            <a:avLst/>
          </a:prstGeom>
          <a:noFill/>
        </p:spPr>
        <p:txBody>
          <a:bodyPr vert="horz" lIns="0" tIns="0" rIns="0" bIns="0" rtlCol="0" anchor="b">
            <a:noAutofit/>
          </a:bodyPr>
          <a:lstStyle>
            <a:lvl1pPr marL="0" indent="0" algn="l" defTabSz="914354" rtl="0" eaLnBrk="1" latinLnBrk="0" hangingPunct="1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None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1pPr>
            <a:lvl2pPr marL="228600" indent="-228600" algn="l" defTabSz="914354" rtl="0" eaLnBrk="1" latinLnBrk="0" hangingPunct="1">
              <a:lnSpc>
                <a:spcPct val="114000"/>
              </a:lnSpc>
              <a:spcBef>
                <a:spcPts val="250"/>
              </a:spcBef>
              <a:spcAft>
                <a:spcPts val="0"/>
              </a:spcAft>
              <a:buFont typeface="Trebuchet MS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2pPr>
            <a:lvl3pPr marL="457200" indent="-228600" algn="l" defTabSz="914354" rtl="0" eaLnBrk="1" latinLnBrk="0" hangingPunct="1">
              <a:lnSpc>
                <a:spcPct val="114000"/>
              </a:lnSpc>
              <a:spcBef>
                <a:spcPts val="125"/>
              </a:spcBef>
              <a:spcAft>
                <a:spcPts val="0"/>
              </a:spcAft>
              <a:buFont typeface="Trebuchet MS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3pPr>
            <a:lvl4pPr marL="685800" indent="-228600" algn="l" defTabSz="914354" rtl="0" eaLnBrk="1" latinLnBrk="0" hangingPunct="1">
              <a:lnSpc>
                <a:spcPct val="114000"/>
              </a:lnSpc>
              <a:spcBef>
                <a:spcPts val="125"/>
              </a:spcBef>
              <a:spcAft>
                <a:spcPts val="0"/>
              </a:spcAft>
              <a:buFont typeface="Trebuchet MS" pitchFamily="34" charset="0"/>
              <a:buChar char="»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4pPr>
            <a:lvl5pPr marL="914400" indent="-228600" algn="l" defTabSz="914354" rtl="0" eaLnBrk="1" latinLnBrk="0" hangingPunct="1">
              <a:lnSpc>
                <a:spcPct val="114000"/>
              </a:lnSpc>
              <a:spcBef>
                <a:spcPts val="125"/>
              </a:spcBef>
              <a:spcAft>
                <a:spcPts val="0"/>
              </a:spcAft>
              <a:buFont typeface="Trebuchet MS" pitchFamily="34" charset="0"/>
              <a:buChar char="›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5pPr>
            <a:lvl6pPr marL="1143000" indent="-228600" algn="l" defTabSz="914354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Font typeface="Trebuchet MS" pitchFamily="34" charset="0"/>
              <a:buChar char="◦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6pPr>
            <a:lvl7pPr marL="914400" indent="0" algn="l" defTabSz="91435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7pPr>
            <a:lvl8pPr marL="1143000" indent="-228600" algn="l" defTabSz="91435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Trebuchet MS" pitchFamily="34" charset="0"/>
              <a:buChar char="▫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8pPr>
            <a:lvl9pPr marL="1143000" indent="-228600" algn="l" defTabSz="91435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Trebuchet MS" pitchFamily="34" charset="0"/>
              <a:buChar char="▫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9pPr>
          </a:lstStyle>
          <a:p>
            <a:pPr lvl="0" algn="l"/>
            <a:r>
              <a:rPr lang="en-US" sz="1600" b="1">
                <a:solidFill>
                  <a:schemeClr val="tx1"/>
                </a:solidFill>
                <a:latin typeface="Rockwell"/>
              </a:rPr>
              <a:t>Effort</a:t>
            </a:r>
          </a:p>
        </p:txBody>
      </p:sp>
      <p:sp>
        <p:nvSpPr>
          <p:cNvPr id="1002" name="TextBox"/>
          <p:cNvSpPr txBox="1">
            <a:spLocks/>
          </p:cNvSpPr>
          <p:nvPr/>
        </p:nvSpPr>
        <p:spPr>
          <a:xfrm>
            <a:off x="6803817" y="1755720"/>
            <a:ext cx="4833447" cy="322945"/>
          </a:xfrm>
          <a:prstGeom prst="rect">
            <a:avLst/>
          </a:prstGeom>
          <a:noFill/>
        </p:spPr>
        <p:txBody>
          <a:bodyPr vert="horz" lIns="0" tIns="0" rIns="0" bIns="0" rtlCol="0" anchor="b">
            <a:noAutofit/>
          </a:bodyPr>
          <a:lstStyle>
            <a:lvl1pPr marL="0" indent="0" algn="l" defTabSz="914354" rtl="0" eaLnBrk="1" latinLnBrk="0" hangingPunct="1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None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1pPr>
            <a:lvl2pPr marL="228600" indent="-228600" algn="l" defTabSz="914354" rtl="0" eaLnBrk="1" latinLnBrk="0" hangingPunct="1">
              <a:lnSpc>
                <a:spcPct val="114000"/>
              </a:lnSpc>
              <a:spcBef>
                <a:spcPts val="250"/>
              </a:spcBef>
              <a:spcAft>
                <a:spcPts val="0"/>
              </a:spcAft>
              <a:buFont typeface="Trebuchet MS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2pPr>
            <a:lvl3pPr marL="457200" indent="-228600" algn="l" defTabSz="914354" rtl="0" eaLnBrk="1" latinLnBrk="0" hangingPunct="1">
              <a:lnSpc>
                <a:spcPct val="114000"/>
              </a:lnSpc>
              <a:spcBef>
                <a:spcPts val="125"/>
              </a:spcBef>
              <a:spcAft>
                <a:spcPts val="0"/>
              </a:spcAft>
              <a:buFont typeface="Trebuchet MS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3pPr>
            <a:lvl4pPr marL="685800" indent="-228600" algn="l" defTabSz="914354" rtl="0" eaLnBrk="1" latinLnBrk="0" hangingPunct="1">
              <a:lnSpc>
                <a:spcPct val="114000"/>
              </a:lnSpc>
              <a:spcBef>
                <a:spcPts val="125"/>
              </a:spcBef>
              <a:spcAft>
                <a:spcPts val="0"/>
              </a:spcAft>
              <a:buFont typeface="Trebuchet MS" pitchFamily="34" charset="0"/>
              <a:buChar char="»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4pPr>
            <a:lvl5pPr marL="914400" indent="-228600" algn="l" defTabSz="914354" rtl="0" eaLnBrk="1" latinLnBrk="0" hangingPunct="1">
              <a:lnSpc>
                <a:spcPct val="114000"/>
              </a:lnSpc>
              <a:spcBef>
                <a:spcPts val="125"/>
              </a:spcBef>
              <a:spcAft>
                <a:spcPts val="0"/>
              </a:spcAft>
              <a:buFont typeface="Trebuchet MS" pitchFamily="34" charset="0"/>
              <a:buChar char="›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5pPr>
            <a:lvl6pPr marL="1143000" indent="-228600" algn="l" defTabSz="914354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Font typeface="Trebuchet MS" pitchFamily="34" charset="0"/>
              <a:buChar char="◦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6pPr>
            <a:lvl7pPr marL="914400" indent="0" algn="l" defTabSz="91435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7pPr>
            <a:lvl8pPr marL="1143000" indent="-228600" algn="l" defTabSz="91435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Trebuchet MS" pitchFamily="34" charset="0"/>
              <a:buChar char="▫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8pPr>
            <a:lvl9pPr marL="1143000" indent="-228600" algn="l" defTabSz="91435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Trebuchet MS" pitchFamily="34" charset="0"/>
              <a:buChar char="▫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9pPr>
          </a:lstStyle>
          <a:p>
            <a:pPr lvl="0" algn="l"/>
            <a:r>
              <a:rPr lang="en-US" sz="1600" b="1">
                <a:solidFill>
                  <a:schemeClr val="tx1"/>
                </a:solidFill>
                <a:latin typeface="Rockwell"/>
              </a:rPr>
              <a:t>Impact</a:t>
            </a:r>
          </a:p>
        </p:txBody>
      </p:sp>
      <p:cxnSp>
        <p:nvCxnSpPr>
          <p:cNvPr id="1003" name="Line"/>
          <p:cNvCxnSpPr/>
          <p:nvPr/>
        </p:nvCxnSpPr>
        <p:spPr>
          <a:xfrm>
            <a:off x="554736" y="2124385"/>
            <a:ext cx="11082528" cy="0"/>
          </a:xfrm>
          <a:prstGeom prst="line">
            <a:avLst/>
          </a:prstGeom>
          <a:ln w="19050">
            <a:solidFill>
              <a:schemeClr val="tx1"/>
            </a:solidFill>
          </a:ln>
        </p:spPr>
      </p:cxnSp>
      <p:sp>
        <p:nvSpPr>
          <p:cNvPr id="1004" name="TextBox"/>
          <p:cNvSpPr txBox="1">
            <a:spLocks/>
          </p:cNvSpPr>
          <p:nvPr/>
        </p:nvSpPr>
        <p:spPr>
          <a:xfrm>
            <a:off x="554736" y="2170105"/>
            <a:ext cx="4380194" cy="628915"/>
          </a:xfrm>
          <a:prstGeom prst="rect">
            <a:avLst/>
          </a:prstGeom>
          <a:noFill/>
        </p:spPr>
        <p:txBody>
          <a:bodyPr vert="horz" lIns="0" tIns="0" rIns="0" bIns="0" rtlCol="0" anchor="t">
            <a:noAutofit/>
          </a:bodyPr>
          <a:lstStyle>
            <a:lvl1pPr marL="0" indent="0" algn="l" defTabSz="914354" rtl="0" eaLnBrk="1" latinLnBrk="0" hangingPunct="1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None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1pPr>
            <a:lvl2pPr marL="228600" indent="-228600" algn="l" defTabSz="914354" rtl="0" eaLnBrk="1" latinLnBrk="0" hangingPunct="1">
              <a:lnSpc>
                <a:spcPct val="114000"/>
              </a:lnSpc>
              <a:spcBef>
                <a:spcPts val="250"/>
              </a:spcBef>
              <a:spcAft>
                <a:spcPts val="0"/>
              </a:spcAft>
              <a:buFont typeface="Trebuchet MS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2pPr>
            <a:lvl3pPr marL="457200" indent="-228600" algn="l" defTabSz="914354" rtl="0" eaLnBrk="1" latinLnBrk="0" hangingPunct="1">
              <a:lnSpc>
                <a:spcPct val="114000"/>
              </a:lnSpc>
              <a:spcBef>
                <a:spcPts val="125"/>
              </a:spcBef>
              <a:spcAft>
                <a:spcPts val="0"/>
              </a:spcAft>
              <a:buFont typeface="Trebuchet MS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3pPr>
            <a:lvl4pPr marL="685800" indent="-228600" algn="l" defTabSz="914354" rtl="0" eaLnBrk="1" latinLnBrk="0" hangingPunct="1">
              <a:lnSpc>
                <a:spcPct val="114000"/>
              </a:lnSpc>
              <a:spcBef>
                <a:spcPts val="125"/>
              </a:spcBef>
              <a:spcAft>
                <a:spcPts val="0"/>
              </a:spcAft>
              <a:buFont typeface="Trebuchet MS" pitchFamily="34" charset="0"/>
              <a:buChar char="»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4pPr>
            <a:lvl5pPr marL="914400" indent="-228600" algn="l" defTabSz="914354" rtl="0" eaLnBrk="1" latinLnBrk="0" hangingPunct="1">
              <a:lnSpc>
                <a:spcPct val="114000"/>
              </a:lnSpc>
              <a:spcBef>
                <a:spcPts val="125"/>
              </a:spcBef>
              <a:spcAft>
                <a:spcPts val="0"/>
              </a:spcAft>
              <a:buFont typeface="Trebuchet MS" pitchFamily="34" charset="0"/>
              <a:buChar char="›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5pPr>
            <a:lvl6pPr marL="1143000" indent="-228600" algn="l" defTabSz="914354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Font typeface="Trebuchet MS" pitchFamily="34" charset="0"/>
              <a:buChar char="◦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6pPr>
            <a:lvl7pPr marL="914400" indent="0" algn="l" defTabSz="91435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7pPr>
            <a:lvl8pPr marL="1143000" indent="-228600" algn="l" defTabSz="91435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Trebuchet MS" pitchFamily="34" charset="0"/>
              <a:buChar char="▫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8pPr>
            <a:lvl9pPr marL="1143000" indent="-228600" algn="l" defTabSz="91435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Trebuchet MS" pitchFamily="34" charset="0"/>
              <a:buChar char="▫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9pPr>
          </a:lstStyle>
          <a:p>
            <a:pPr lvl="0" algn="l"/>
            <a:r>
              <a:rPr lang="en-US" sz="1600" b="1">
                <a:solidFill>
                  <a:schemeClr val="accent1"/>
                </a:solidFill>
                <a:latin typeface="Rockwell"/>
              </a:rPr>
              <a:t>Merge get_range_as_csv into read_range</a:t>
            </a:r>
          </a:p>
        </p:txBody>
      </p:sp>
      <p:sp>
        <p:nvSpPr>
          <p:cNvPr id="1005" name="TextBox"/>
          <p:cNvSpPr txBox="1">
            <a:spLocks/>
          </p:cNvSpPr>
          <p:nvPr/>
        </p:nvSpPr>
        <p:spPr>
          <a:xfrm>
            <a:off x="554736" y="2890460"/>
            <a:ext cx="4380194" cy="628915"/>
          </a:xfrm>
          <a:prstGeom prst="rect">
            <a:avLst/>
          </a:prstGeom>
          <a:noFill/>
        </p:spPr>
        <p:txBody>
          <a:bodyPr vert="horz" lIns="0" tIns="0" rIns="0" bIns="0" rtlCol="0" anchor="t">
            <a:noAutofit/>
          </a:bodyPr>
          <a:lstStyle>
            <a:lvl1pPr marL="0" indent="0" algn="l" defTabSz="914354" rtl="0" eaLnBrk="1" latinLnBrk="0" hangingPunct="1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None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1pPr>
            <a:lvl2pPr marL="228600" indent="-228600" algn="l" defTabSz="914354" rtl="0" eaLnBrk="1" latinLnBrk="0" hangingPunct="1">
              <a:lnSpc>
                <a:spcPct val="114000"/>
              </a:lnSpc>
              <a:spcBef>
                <a:spcPts val="250"/>
              </a:spcBef>
              <a:spcAft>
                <a:spcPts val="0"/>
              </a:spcAft>
              <a:buFont typeface="Trebuchet MS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2pPr>
            <a:lvl3pPr marL="457200" indent="-228600" algn="l" defTabSz="914354" rtl="0" eaLnBrk="1" latinLnBrk="0" hangingPunct="1">
              <a:lnSpc>
                <a:spcPct val="114000"/>
              </a:lnSpc>
              <a:spcBef>
                <a:spcPts val="125"/>
              </a:spcBef>
              <a:spcAft>
                <a:spcPts val="0"/>
              </a:spcAft>
              <a:buFont typeface="Trebuchet MS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3pPr>
            <a:lvl4pPr marL="685800" indent="-228600" algn="l" defTabSz="914354" rtl="0" eaLnBrk="1" latinLnBrk="0" hangingPunct="1">
              <a:lnSpc>
                <a:spcPct val="114000"/>
              </a:lnSpc>
              <a:spcBef>
                <a:spcPts val="125"/>
              </a:spcBef>
              <a:spcAft>
                <a:spcPts val="0"/>
              </a:spcAft>
              <a:buFont typeface="Trebuchet MS" pitchFamily="34" charset="0"/>
              <a:buChar char="»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4pPr>
            <a:lvl5pPr marL="914400" indent="-228600" algn="l" defTabSz="914354" rtl="0" eaLnBrk="1" latinLnBrk="0" hangingPunct="1">
              <a:lnSpc>
                <a:spcPct val="114000"/>
              </a:lnSpc>
              <a:spcBef>
                <a:spcPts val="125"/>
              </a:spcBef>
              <a:spcAft>
                <a:spcPts val="0"/>
              </a:spcAft>
              <a:buFont typeface="Trebuchet MS" pitchFamily="34" charset="0"/>
              <a:buChar char="›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5pPr>
            <a:lvl6pPr marL="1143000" indent="-228600" algn="l" defTabSz="914354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Font typeface="Trebuchet MS" pitchFamily="34" charset="0"/>
              <a:buChar char="◦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6pPr>
            <a:lvl7pPr marL="914400" indent="0" algn="l" defTabSz="91435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7pPr>
            <a:lvl8pPr marL="1143000" indent="-228600" algn="l" defTabSz="91435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Trebuchet MS" pitchFamily="34" charset="0"/>
              <a:buChar char="▫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8pPr>
            <a:lvl9pPr marL="1143000" indent="-228600" algn="l" defTabSz="91435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Trebuchet MS" pitchFamily="34" charset="0"/>
              <a:buChar char="▫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9pPr>
          </a:lstStyle>
          <a:p>
            <a:pPr lvl="0" algn="l"/>
            <a:r>
              <a:rPr lang="en-US" sz="1600" b="1">
                <a:solidFill>
                  <a:schemeClr val="accent1"/>
                </a:solidFill>
                <a:latin typeface="Rockwell"/>
              </a:rPr>
              <a:t>Remove read_selection</a:t>
            </a:r>
          </a:p>
        </p:txBody>
      </p:sp>
      <p:sp>
        <p:nvSpPr>
          <p:cNvPr id="1006" name="TextBox"/>
          <p:cNvSpPr txBox="1">
            <a:spLocks/>
          </p:cNvSpPr>
          <p:nvPr/>
        </p:nvSpPr>
        <p:spPr>
          <a:xfrm>
            <a:off x="554736" y="3610815"/>
            <a:ext cx="4380194" cy="628915"/>
          </a:xfrm>
          <a:prstGeom prst="rect">
            <a:avLst/>
          </a:prstGeom>
          <a:noFill/>
        </p:spPr>
        <p:txBody>
          <a:bodyPr vert="horz" lIns="0" tIns="0" rIns="0" bIns="0" rtlCol="0" anchor="t">
            <a:noAutofit/>
          </a:bodyPr>
          <a:lstStyle>
            <a:lvl1pPr marL="0" indent="0" algn="l" defTabSz="914354" rtl="0" eaLnBrk="1" latinLnBrk="0" hangingPunct="1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None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1pPr>
            <a:lvl2pPr marL="228600" indent="-228600" algn="l" defTabSz="914354" rtl="0" eaLnBrk="1" latinLnBrk="0" hangingPunct="1">
              <a:lnSpc>
                <a:spcPct val="114000"/>
              </a:lnSpc>
              <a:spcBef>
                <a:spcPts val="250"/>
              </a:spcBef>
              <a:spcAft>
                <a:spcPts val="0"/>
              </a:spcAft>
              <a:buFont typeface="Trebuchet MS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2pPr>
            <a:lvl3pPr marL="457200" indent="-228600" algn="l" defTabSz="914354" rtl="0" eaLnBrk="1" latinLnBrk="0" hangingPunct="1">
              <a:lnSpc>
                <a:spcPct val="114000"/>
              </a:lnSpc>
              <a:spcBef>
                <a:spcPts val="125"/>
              </a:spcBef>
              <a:spcAft>
                <a:spcPts val="0"/>
              </a:spcAft>
              <a:buFont typeface="Trebuchet MS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3pPr>
            <a:lvl4pPr marL="685800" indent="-228600" algn="l" defTabSz="914354" rtl="0" eaLnBrk="1" latinLnBrk="0" hangingPunct="1">
              <a:lnSpc>
                <a:spcPct val="114000"/>
              </a:lnSpc>
              <a:spcBef>
                <a:spcPts val="125"/>
              </a:spcBef>
              <a:spcAft>
                <a:spcPts val="0"/>
              </a:spcAft>
              <a:buFont typeface="Trebuchet MS" pitchFamily="34" charset="0"/>
              <a:buChar char="»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4pPr>
            <a:lvl5pPr marL="914400" indent="-228600" algn="l" defTabSz="914354" rtl="0" eaLnBrk="1" latinLnBrk="0" hangingPunct="1">
              <a:lnSpc>
                <a:spcPct val="114000"/>
              </a:lnSpc>
              <a:spcBef>
                <a:spcPts val="125"/>
              </a:spcBef>
              <a:spcAft>
                <a:spcPts val="0"/>
              </a:spcAft>
              <a:buFont typeface="Trebuchet MS" pitchFamily="34" charset="0"/>
              <a:buChar char="›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5pPr>
            <a:lvl6pPr marL="1143000" indent="-228600" algn="l" defTabSz="914354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Font typeface="Trebuchet MS" pitchFamily="34" charset="0"/>
              <a:buChar char="◦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6pPr>
            <a:lvl7pPr marL="914400" indent="0" algn="l" defTabSz="91435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7pPr>
            <a:lvl8pPr marL="1143000" indent="-228600" algn="l" defTabSz="91435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Trebuchet MS" pitchFamily="34" charset="0"/>
              <a:buChar char="▫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8pPr>
            <a:lvl9pPr marL="1143000" indent="-228600" algn="l" defTabSz="91435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Trebuchet MS" pitchFamily="34" charset="0"/>
              <a:buChar char="▫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9pPr>
          </a:lstStyle>
          <a:p>
            <a:pPr lvl="0" algn="l"/>
            <a:r>
              <a:rPr lang="en-US" sz="1600" b="1">
                <a:solidFill>
                  <a:schemeClr val="accent1"/>
                </a:solidFill>
                <a:latin typeface="Rockwell"/>
              </a:rPr>
              <a:t>Remove get_recent_changes</a:t>
            </a:r>
          </a:p>
        </p:txBody>
      </p:sp>
      <p:sp>
        <p:nvSpPr>
          <p:cNvPr id="1007" name="TextBox"/>
          <p:cNvSpPr txBox="1">
            <a:spLocks/>
          </p:cNvSpPr>
          <p:nvPr/>
        </p:nvSpPr>
        <p:spPr>
          <a:xfrm>
            <a:off x="554736" y="4331170"/>
            <a:ext cx="4380194" cy="628915"/>
          </a:xfrm>
          <a:prstGeom prst="rect">
            <a:avLst/>
          </a:prstGeom>
          <a:noFill/>
        </p:spPr>
        <p:txBody>
          <a:bodyPr vert="horz" lIns="0" tIns="0" rIns="0" bIns="0" rtlCol="0" anchor="t">
            <a:noAutofit/>
          </a:bodyPr>
          <a:lstStyle>
            <a:lvl1pPr marL="0" indent="0" algn="l" defTabSz="914354" rtl="0" eaLnBrk="1" latinLnBrk="0" hangingPunct="1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None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1pPr>
            <a:lvl2pPr marL="228600" indent="-228600" algn="l" defTabSz="914354" rtl="0" eaLnBrk="1" latinLnBrk="0" hangingPunct="1">
              <a:lnSpc>
                <a:spcPct val="114000"/>
              </a:lnSpc>
              <a:spcBef>
                <a:spcPts val="250"/>
              </a:spcBef>
              <a:spcAft>
                <a:spcPts val="0"/>
              </a:spcAft>
              <a:buFont typeface="Trebuchet MS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2pPr>
            <a:lvl3pPr marL="457200" indent="-228600" algn="l" defTabSz="914354" rtl="0" eaLnBrk="1" latinLnBrk="0" hangingPunct="1">
              <a:lnSpc>
                <a:spcPct val="114000"/>
              </a:lnSpc>
              <a:spcBef>
                <a:spcPts val="125"/>
              </a:spcBef>
              <a:spcAft>
                <a:spcPts val="0"/>
              </a:spcAft>
              <a:buFont typeface="Trebuchet MS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3pPr>
            <a:lvl4pPr marL="685800" indent="-228600" algn="l" defTabSz="914354" rtl="0" eaLnBrk="1" latinLnBrk="0" hangingPunct="1">
              <a:lnSpc>
                <a:spcPct val="114000"/>
              </a:lnSpc>
              <a:spcBef>
                <a:spcPts val="125"/>
              </a:spcBef>
              <a:spcAft>
                <a:spcPts val="0"/>
              </a:spcAft>
              <a:buFont typeface="Trebuchet MS" pitchFamily="34" charset="0"/>
              <a:buChar char="»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4pPr>
            <a:lvl5pPr marL="914400" indent="-228600" algn="l" defTabSz="914354" rtl="0" eaLnBrk="1" latinLnBrk="0" hangingPunct="1">
              <a:lnSpc>
                <a:spcPct val="114000"/>
              </a:lnSpc>
              <a:spcBef>
                <a:spcPts val="125"/>
              </a:spcBef>
              <a:spcAft>
                <a:spcPts val="0"/>
              </a:spcAft>
              <a:buFont typeface="Trebuchet MS" pitchFamily="34" charset="0"/>
              <a:buChar char="›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5pPr>
            <a:lvl6pPr marL="1143000" indent="-228600" algn="l" defTabSz="914354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Font typeface="Trebuchet MS" pitchFamily="34" charset="0"/>
              <a:buChar char="◦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6pPr>
            <a:lvl7pPr marL="914400" indent="0" algn="l" defTabSz="91435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7pPr>
            <a:lvl8pPr marL="1143000" indent="-228600" algn="l" defTabSz="91435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Trebuchet MS" pitchFamily="34" charset="0"/>
              <a:buChar char="▫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8pPr>
            <a:lvl9pPr marL="1143000" indent="-228600" algn="l" defTabSz="91435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Trebuchet MS" pitchFamily="34" charset="0"/>
              <a:buChar char="▫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9pPr>
          </a:lstStyle>
          <a:p>
            <a:pPr lvl="0" algn="l"/>
            <a:r>
              <a:rPr lang="en-US" sz="1600" b="1">
                <a:solidFill>
                  <a:schemeClr val="accent1"/>
                </a:solidFill>
                <a:latin typeface="Rockwell"/>
              </a:rPr>
              <a:t>Absorb get_all_objects into overview</a:t>
            </a:r>
          </a:p>
        </p:txBody>
      </p:sp>
      <p:sp>
        <p:nvSpPr>
          <p:cNvPr id="1008" name="TextBox"/>
          <p:cNvSpPr txBox="1">
            <a:spLocks/>
          </p:cNvSpPr>
          <p:nvPr/>
        </p:nvSpPr>
        <p:spPr>
          <a:xfrm>
            <a:off x="554736" y="5051525"/>
            <a:ext cx="4380194" cy="628915"/>
          </a:xfrm>
          <a:prstGeom prst="rect">
            <a:avLst/>
          </a:prstGeom>
          <a:noFill/>
        </p:spPr>
        <p:txBody>
          <a:bodyPr vert="horz" lIns="0" tIns="0" rIns="0" bIns="0" rtlCol="0" anchor="t">
            <a:noAutofit/>
          </a:bodyPr>
          <a:lstStyle>
            <a:lvl1pPr marL="0" indent="0" algn="l" defTabSz="914354" rtl="0" eaLnBrk="1" latinLnBrk="0" hangingPunct="1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None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1pPr>
            <a:lvl2pPr marL="228600" indent="-228600" algn="l" defTabSz="914354" rtl="0" eaLnBrk="1" latinLnBrk="0" hangingPunct="1">
              <a:lnSpc>
                <a:spcPct val="114000"/>
              </a:lnSpc>
              <a:spcBef>
                <a:spcPts val="250"/>
              </a:spcBef>
              <a:spcAft>
                <a:spcPts val="0"/>
              </a:spcAft>
              <a:buFont typeface="Trebuchet MS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2pPr>
            <a:lvl3pPr marL="457200" indent="-228600" algn="l" defTabSz="914354" rtl="0" eaLnBrk="1" latinLnBrk="0" hangingPunct="1">
              <a:lnSpc>
                <a:spcPct val="114000"/>
              </a:lnSpc>
              <a:spcBef>
                <a:spcPts val="125"/>
              </a:spcBef>
              <a:spcAft>
                <a:spcPts val="0"/>
              </a:spcAft>
              <a:buFont typeface="Trebuchet MS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3pPr>
            <a:lvl4pPr marL="685800" indent="-228600" algn="l" defTabSz="914354" rtl="0" eaLnBrk="1" latinLnBrk="0" hangingPunct="1">
              <a:lnSpc>
                <a:spcPct val="114000"/>
              </a:lnSpc>
              <a:spcBef>
                <a:spcPts val="125"/>
              </a:spcBef>
              <a:spcAft>
                <a:spcPts val="0"/>
              </a:spcAft>
              <a:buFont typeface="Trebuchet MS" pitchFamily="34" charset="0"/>
              <a:buChar char="»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4pPr>
            <a:lvl5pPr marL="914400" indent="-228600" algn="l" defTabSz="914354" rtl="0" eaLnBrk="1" latinLnBrk="0" hangingPunct="1">
              <a:lnSpc>
                <a:spcPct val="114000"/>
              </a:lnSpc>
              <a:spcBef>
                <a:spcPts val="125"/>
              </a:spcBef>
              <a:spcAft>
                <a:spcPts val="0"/>
              </a:spcAft>
              <a:buFont typeface="Trebuchet MS" pitchFamily="34" charset="0"/>
              <a:buChar char="›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5pPr>
            <a:lvl6pPr marL="1143000" indent="-228600" algn="l" defTabSz="914354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Font typeface="Trebuchet MS" pitchFamily="34" charset="0"/>
              <a:buChar char="◦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6pPr>
            <a:lvl7pPr marL="914400" indent="0" algn="l" defTabSz="91435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7pPr>
            <a:lvl8pPr marL="1143000" indent="-228600" algn="l" defTabSz="91435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Trebuchet MS" pitchFamily="34" charset="0"/>
              <a:buChar char="▫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8pPr>
            <a:lvl9pPr marL="1143000" indent="-228600" algn="l" defTabSz="91435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Trebuchet MS" pitchFamily="34" charset="0"/>
              <a:buChar char="▫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9pPr>
          </a:lstStyle>
          <a:p>
            <a:pPr lvl="0" algn="l"/>
            <a:r>
              <a:rPr lang="en-US" sz="1600" b="1">
                <a:solidFill>
                  <a:schemeClr val="accent1"/>
                </a:solidFill>
                <a:latin typeface="Rockwell"/>
              </a:rPr>
              <a:t>Add context_rows to search_workbook</a:t>
            </a:r>
          </a:p>
        </p:txBody>
      </p:sp>
      <p:sp>
        <p:nvSpPr>
          <p:cNvPr id="1009" name="TextBox"/>
          <p:cNvSpPr txBox="1">
            <a:spLocks/>
          </p:cNvSpPr>
          <p:nvPr/>
        </p:nvSpPr>
        <p:spPr>
          <a:xfrm>
            <a:off x="554736" y="5771880"/>
            <a:ext cx="4380194" cy="628920"/>
          </a:xfrm>
          <a:prstGeom prst="rect">
            <a:avLst/>
          </a:prstGeom>
          <a:noFill/>
        </p:spPr>
        <p:txBody>
          <a:bodyPr vert="horz" lIns="0" tIns="0" rIns="0" bIns="0" rtlCol="0" anchor="t">
            <a:noAutofit/>
          </a:bodyPr>
          <a:lstStyle>
            <a:lvl1pPr marL="0" indent="0" algn="l" defTabSz="914354" rtl="0" eaLnBrk="1" latinLnBrk="0" hangingPunct="1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None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1pPr>
            <a:lvl2pPr marL="228600" indent="-228600" algn="l" defTabSz="914354" rtl="0" eaLnBrk="1" latinLnBrk="0" hangingPunct="1">
              <a:lnSpc>
                <a:spcPct val="114000"/>
              </a:lnSpc>
              <a:spcBef>
                <a:spcPts val="250"/>
              </a:spcBef>
              <a:spcAft>
                <a:spcPts val="0"/>
              </a:spcAft>
              <a:buFont typeface="Trebuchet MS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2pPr>
            <a:lvl3pPr marL="457200" indent="-228600" algn="l" defTabSz="914354" rtl="0" eaLnBrk="1" latinLnBrk="0" hangingPunct="1">
              <a:lnSpc>
                <a:spcPct val="114000"/>
              </a:lnSpc>
              <a:spcBef>
                <a:spcPts val="125"/>
              </a:spcBef>
              <a:spcAft>
                <a:spcPts val="0"/>
              </a:spcAft>
              <a:buFont typeface="Trebuchet MS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3pPr>
            <a:lvl4pPr marL="685800" indent="-228600" algn="l" defTabSz="914354" rtl="0" eaLnBrk="1" latinLnBrk="0" hangingPunct="1">
              <a:lnSpc>
                <a:spcPct val="114000"/>
              </a:lnSpc>
              <a:spcBef>
                <a:spcPts val="125"/>
              </a:spcBef>
              <a:spcAft>
                <a:spcPts val="0"/>
              </a:spcAft>
              <a:buFont typeface="Trebuchet MS" pitchFamily="34" charset="0"/>
              <a:buChar char="»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4pPr>
            <a:lvl5pPr marL="914400" indent="-228600" algn="l" defTabSz="914354" rtl="0" eaLnBrk="1" latinLnBrk="0" hangingPunct="1">
              <a:lnSpc>
                <a:spcPct val="114000"/>
              </a:lnSpc>
              <a:spcBef>
                <a:spcPts val="125"/>
              </a:spcBef>
              <a:spcAft>
                <a:spcPts val="0"/>
              </a:spcAft>
              <a:buFont typeface="Trebuchet MS" pitchFamily="34" charset="0"/>
              <a:buChar char="›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5pPr>
            <a:lvl6pPr marL="1143000" indent="-228600" algn="l" defTabSz="914354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Font typeface="Trebuchet MS" pitchFamily="34" charset="0"/>
              <a:buChar char="◦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6pPr>
            <a:lvl7pPr marL="914400" indent="0" algn="l" defTabSz="91435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7pPr>
            <a:lvl8pPr marL="1143000" indent="-228600" algn="l" defTabSz="91435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Trebuchet MS" pitchFamily="34" charset="0"/>
              <a:buChar char="▫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8pPr>
            <a:lvl9pPr marL="1143000" indent="-228600" algn="l" defTabSz="91435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Trebuchet MS" pitchFamily="34" charset="0"/>
              <a:buChar char="▫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9pPr>
          </a:lstStyle>
          <a:p>
            <a:pPr lvl="0" algn="l"/>
            <a:r>
              <a:rPr lang="en-US" sz="1600" b="1">
                <a:solidFill>
                  <a:schemeClr val="accent1"/>
                </a:solidFill>
                <a:latin typeface="Rockwell"/>
              </a:rPr>
              <a:t>Build dynamic tool injection</a:t>
            </a:r>
          </a:p>
        </p:txBody>
      </p:sp>
      <p:sp>
        <p:nvSpPr>
          <p:cNvPr id="1010" name="TextBox"/>
          <p:cNvSpPr txBox="1">
            <a:spLocks/>
          </p:cNvSpPr>
          <p:nvPr/>
        </p:nvSpPr>
        <p:spPr>
          <a:xfrm>
            <a:off x="5072090" y="2170105"/>
            <a:ext cx="1640287" cy="628915"/>
          </a:xfrm>
          <a:prstGeom prst="rect">
            <a:avLst/>
          </a:prstGeom>
          <a:noFill/>
        </p:spPr>
        <p:txBody>
          <a:bodyPr vert="horz" lIns="0" tIns="0" rIns="0" bIns="0" rtlCol="0" anchor="t">
            <a:noAutofit/>
          </a:bodyPr>
          <a:lstStyle>
            <a:lvl1pPr marL="0" indent="0" algn="l" defTabSz="914354" rtl="0" eaLnBrk="1" latinLnBrk="0" hangingPunct="1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None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1pPr>
            <a:lvl2pPr marL="228600" indent="-228600" algn="l" defTabSz="914354" rtl="0" eaLnBrk="1" latinLnBrk="0" hangingPunct="1">
              <a:lnSpc>
                <a:spcPct val="114000"/>
              </a:lnSpc>
              <a:spcBef>
                <a:spcPts val="250"/>
              </a:spcBef>
              <a:spcAft>
                <a:spcPts val="0"/>
              </a:spcAft>
              <a:buFont typeface="Trebuchet MS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2pPr>
            <a:lvl3pPr marL="457200" indent="-228600" algn="l" defTabSz="914354" rtl="0" eaLnBrk="1" latinLnBrk="0" hangingPunct="1">
              <a:lnSpc>
                <a:spcPct val="114000"/>
              </a:lnSpc>
              <a:spcBef>
                <a:spcPts val="125"/>
              </a:spcBef>
              <a:spcAft>
                <a:spcPts val="0"/>
              </a:spcAft>
              <a:buFont typeface="Trebuchet MS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3pPr>
            <a:lvl4pPr marL="685800" indent="-228600" algn="l" defTabSz="914354" rtl="0" eaLnBrk="1" latinLnBrk="0" hangingPunct="1">
              <a:lnSpc>
                <a:spcPct val="114000"/>
              </a:lnSpc>
              <a:spcBef>
                <a:spcPts val="125"/>
              </a:spcBef>
              <a:spcAft>
                <a:spcPts val="0"/>
              </a:spcAft>
              <a:buFont typeface="Trebuchet MS" pitchFamily="34" charset="0"/>
              <a:buChar char="»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4pPr>
            <a:lvl5pPr marL="914400" indent="-228600" algn="l" defTabSz="914354" rtl="0" eaLnBrk="1" latinLnBrk="0" hangingPunct="1">
              <a:lnSpc>
                <a:spcPct val="114000"/>
              </a:lnSpc>
              <a:spcBef>
                <a:spcPts val="125"/>
              </a:spcBef>
              <a:spcAft>
                <a:spcPts val="0"/>
              </a:spcAft>
              <a:buFont typeface="Trebuchet MS" pitchFamily="34" charset="0"/>
              <a:buChar char="›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5pPr>
            <a:lvl6pPr marL="1143000" indent="-228600" algn="l" defTabSz="914354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Font typeface="Trebuchet MS" pitchFamily="34" charset="0"/>
              <a:buChar char="◦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6pPr>
            <a:lvl7pPr marL="914400" indent="0" algn="l" defTabSz="91435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7pPr>
            <a:lvl8pPr marL="1143000" indent="-228600" algn="l" defTabSz="91435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Trebuchet MS" pitchFamily="34" charset="0"/>
              <a:buChar char="▫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8pPr>
            <a:lvl9pPr marL="1143000" indent="-228600" algn="l" defTabSz="91435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Trebuchet MS" pitchFamily="34" charset="0"/>
              <a:buChar char="▫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9pPr>
          </a:lstStyle>
          <a:p>
            <a:pPr lvl="0" algn="l"/>
            <a:r>
              <a:rPr lang="en-US" sz="1400">
                <a:solidFill>
                  <a:schemeClr val="tx1"/>
                </a:solidFill>
                <a:latin typeface="Trebuchet MS"/>
              </a:rPr>
              <a:t>Small</a:t>
            </a:r>
          </a:p>
        </p:txBody>
      </p:sp>
      <p:sp>
        <p:nvSpPr>
          <p:cNvPr id="1011" name="TextBox"/>
          <p:cNvSpPr txBox="1">
            <a:spLocks/>
          </p:cNvSpPr>
          <p:nvPr/>
        </p:nvSpPr>
        <p:spPr>
          <a:xfrm>
            <a:off x="6803817" y="2170105"/>
            <a:ext cx="4833447" cy="628915"/>
          </a:xfrm>
          <a:prstGeom prst="rect">
            <a:avLst/>
          </a:prstGeom>
          <a:noFill/>
        </p:spPr>
        <p:txBody>
          <a:bodyPr vert="horz" lIns="0" tIns="0" rIns="0" bIns="0" rtlCol="0" anchor="t">
            <a:noAutofit/>
          </a:bodyPr>
          <a:lstStyle>
            <a:lvl1pPr marL="0" indent="0" algn="l" defTabSz="914354" rtl="0" eaLnBrk="1" latinLnBrk="0" hangingPunct="1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None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1pPr>
            <a:lvl2pPr marL="228600" indent="-228600" algn="l" defTabSz="914354" rtl="0" eaLnBrk="1" latinLnBrk="0" hangingPunct="1">
              <a:lnSpc>
                <a:spcPct val="114000"/>
              </a:lnSpc>
              <a:spcBef>
                <a:spcPts val="250"/>
              </a:spcBef>
              <a:spcAft>
                <a:spcPts val="0"/>
              </a:spcAft>
              <a:buFont typeface="Trebuchet MS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2pPr>
            <a:lvl3pPr marL="457200" indent="-228600" algn="l" defTabSz="914354" rtl="0" eaLnBrk="1" latinLnBrk="0" hangingPunct="1">
              <a:lnSpc>
                <a:spcPct val="114000"/>
              </a:lnSpc>
              <a:spcBef>
                <a:spcPts val="125"/>
              </a:spcBef>
              <a:spcAft>
                <a:spcPts val="0"/>
              </a:spcAft>
              <a:buFont typeface="Trebuchet MS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3pPr>
            <a:lvl4pPr marL="685800" indent="-228600" algn="l" defTabSz="914354" rtl="0" eaLnBrk="1" latinLnBrk="0" hangingPunct="1">
              <a:lnSpc>
                <a:spcPct val="114000"/>
              </a:lnSpc>
              <a:spcBef>
                <a:spcPts val="125"/>
              </a:spcBef>
              <a:spcAft>
                <a:spcPts val="0"/>
              </a:spcAft>
              <a:buFont typeface="Trebuchet MS" pitchFamily="34" charset="0"/>
              <a:buChar char="»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4pPr>
            <a:lvl5pPr marL="914400" indent="-228600" algn="l" defTabSz="914354" rtl="0" eaLnBrk="1" latinLnBrk="0" hangingPunct="1">
              <a:lnSpc>
                <a:spcPct val="114000"/>
              </a:lnSpc>
              <a:spcBef>
                <a:spcPts val="125"/>
              </a:spcBef>
              <a:spcAft>
                <a:spcPts val="0"/>
              </a:spcAft>
              <a:buFont typeface="Trebuchet MS" pitchFamily="34" charset="0"/>
              <a:buChar char="›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5pPr>
            <a:lvl6pPr marL="1143000" indent="-228600" algn="l" defTabSz="914354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Font typeface="Trebuchet MS" pitchFamily="34" charset="0"/>
              <a:buChar char="◦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6pPr>
            <a:lvl7pPr marL="914400" indent="0" algn="l" defTabSz="91435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7pPr>
            <a:lvl8pPr marL="1143000" indent="-228600" algn="l" defTabSz="91435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Trebuchet MS" pitchFamily="34" charset="0"/>
              <a:buChar char="▫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8pPr>
            <a:lvl9pPr marL="1143000" indent="-228600" algn="l" defTabSz="91435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Trebuchet MS" pitchFamily="34" charset="0"/>
              <a:buChar char="▫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9pPr>
          </a:lstStyle>
          <a:p>
            <a:pPr lvl="0" algn="l"/>
            <a:r>
              <a:rPr lang="en-US" sz="1400">
                <a:solidFill>
                  <a:schemeClr val="tx1"/>
                </a:solidFill>
                <a:latin typeface="Trebuchet MS"/>
              </a:rPr>
              <a:t>Removes model confusion between two read tools</a:t>
            </a:r>
          </a:p>
        </p:txBody>
      </p:sp>
      <p:sp>
        <p:nvSpPr>
          <p:cNvPr id="1012" name="TextBox"/>
          <p:cNvSpPr txBox="1">
            <a:spLocks/>
          </p:cNvSpPr>
          <p:nvPr/>
        </p:nvSpPr>
        <p:spPr>
          <a:xfrm>
            <a:off x="5072090" y="2890460"/>
            <a:ext cx="1640287" cy="628915"/>
          </a:xfrm>
          <a:prstGeom prst="rect">
            <a:avLst/>
          </a:prstGeom>
          <a:noFill/>
        </p:spPr>
        <p:txBody>
          <a:bodyPr vert="horz" lIns="0" tIns="0" rIns="0" bIns="0" rtlCol="0" anchor="t">
            <a:noAutofit/>
          </a:bodyPr>
          <a:lstStyle>
            <a:lvl1pPr marL="0" indent="0" algn="l" defTabSz="914354" rtl="0" eaLnBrk="1" latinLnBrk="0" hangingPunct="1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None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1pPr>
            <a:lvl2pPr marL="228600" indent="-228600" algn="l" defTabSz="914354" rtl="0" eaLnBrk="1" latinLnBrk="0" hangingPunct="1">
              <a:lnSpc>
                <a:spcPct val="114000"/>
              </a:lnSpc>
              <a:spcBef>
                <a:spcPts val="250"/>
              </a:spcBef>
              <a:spcAft>
                <a:spcPts val="0"/>
              </a:spcAft>
              <a:buFont typeface="Trebuchet MS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2pPr>
            <a:lvl3pPr marL="457200" indent="-228600" algn="l" defTabSz="914354" rtl="0" eaLnBrk="1" latinLnBrk="0" hangingPunct="1">
              <a:lnSpc>
                <a:spcPct val="114000"/>
              </a:lnSpc>
              <a:spcBef>
                <a:spcPts val="125"/>
              </a:spcBef>
              <a:spcAft>
                <a:spcPts val="0"/>
              </a:spcAft>
              <a:buFont typeface="Trebuchet MS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3pPr>
            <a:lvl4pPr marL="685800" indent="-228600" algn="l" defTabSz="914354" rtl="0" eaLnBrk="1" latinLnBrk="0" hangingPunct="1">
              <a:lnSpc>
                <a:spcPct val="114000"/>
              </a:lnSpc>
              <a:spcBef>
                <a:spcPts val="125"/>
              </a:spcBef>
              <a:spcAft>
                <a:spcPts val="0"/>
              </a:spcAft>
              <a:buFont typeface="Trebuchet MS" pitchFamily="34" charset="0"/>
              <a:buChar char="»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4pPr>
            <a:lvl5pPr marL="914400" indent="-228600" algn="l" defTabSz="914354" rtl="0" eaLnBrk="1" latinLnBrk="0" hangingPunct="1">
              <a:lnSpc>
                <a:spcPct val="114000"/>
              </a:lnSpc>
              <a:spcBef>
                <a:spcPts val="125"/>
              </a:spcBef>
              <a:spcAft>
                <a:spcPts val="0"/>
              </a:spcAft>
              <a:buFont typeface="Trebuchet MS" pitchFamily="34" charset="0"/>
              <a:buChar char="›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5pPr>
            <a:lvl6pPr marL="1143000" indent="-228600" algn="l" defTabSz="914354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Font typeface="Trebuchet MS" pitchFamily="34" charset="0"/>
              <a:buChar char="◦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6pPr>
            <a:lvl7pPr marL="914400" indent="0" algn="l" defTabSz="91435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7pPr>
            <a:lvl8pPr marL="1143000" indent="-228600" algn="l" defTabSz="91435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Trebuchet MS" pitchFamily="34" charset="0"/>
              <a:buChar char="▫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8pPr>
            <a:lvl9pPr marL="1143000" indent="-228600" algn="l" defTabSz="91435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Trebuchet MS" pitchFamily="34" charset="0"/>
              <a:buChar char="▫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9pPr>
          </a:lstStyle>
          <a:p>
            <a:pPr lvl="0" algn="l"/>
            <a:r>
              <a:rPr lang="en-US" sz="1400">
                <a:solidFill>
                  <a:schemeClr val="tx1"/>
                </a:solidFill>
                <a:latin typeface="Trebuchet MS"/>
              </a:rPr>
              <a:t>Trivial</a:t>
            </a:r>
          </a:p>
        </p:txBody>
      </p:sp>
      <p:sp>
        <p:nvSpPr>
          <p:cNvPr id="1013" name="TextBox"/>
          <p:cNvSpPr txBox="1">
            <a:spLocks/>
          </p:cNvSpPr>
          <p:nvPr/>
        </p:nvSpPr>
        <p:spPr>
          <a:xfrm>
            <a:off x="6803817" y="2890460"/>
            <a:ext cx="4833447" cy="628915"/>
          </a:xfrm>
          <a:prstGeom prst="rect">
            <a:avLst/>
          </a:prstGeom>
          <a:noFill/>
        </p:spPr>
        <p:txBody>
          <a:bodyPr vert="horz" lIns="0" tIns="0" rIns="0" bIns="0" rtlCol="0" anchor="t">
            <a:noAutofit/>
          </a:bodyPr>
          <a:lstStyle>
            <a:lvl1pPr marL="0" indent="0" algn="l" defTabSz="914354" rtl="0" eaLnBrk="1" latinLnBrk="0" hangingPunct="1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None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1pPr>
            <a:lvl2pPr marL="228600" indent="-228600" algn="l" defTabSz="914354" rtl="0" eaLnBrk="1" latinLnBrk="0" hangingPunct="1">
              <a:lnSpc>
                <a:spcPct val="114000"/>
              </a:lnSpc>
              <a:spcBef>
                <a:spcPts val="250"/>
              </a:spcBef>
              <a:spcAft>
                <a:spcPts val="0"/>
              </a:spcAft>
              <a:buFont typeface="Trebuchet MS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2pPr>
            <a:lvl3pPr marL="457200" indent="-228600" algn="l" defTabSz="914354" rtl="0" eaLnBrk="1" latinLnBrk="0" hangingPunct="1">
              <a:lnSpc>
                <a:spcPct val="114000"/>
              </a:lnSpc>
              <a:spcBef>
                <a:spcPts val="125"/>
              </a:spcBef>
              <a:spcAft>
                <a:spcPts val="0"/>
              </a:spcAft>
              <a:buFont typeface="Trebuchet MS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3pPr>
            <a:lvl4pPr marL="685800" indent="-228600" algn="l" defTabSz="914354" rtl="0" eaLnBrk="1" latinLnBrk="0" hangingPunct="1">
              <a:lnSpc>
                <a:spcPct val="114000"/>
              </a:lnSpc>
              <a:spcBef>
                <a:spcPts val="125"/>
              </a:spcBef>
              <a:spcAft>
                <a:spcPts val="0"/>
              </a:spcAft>
              <a:buFont typeface="Trebuchet MS" pitchFamily="34" charset="0"/>
              <a:buChar char="»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4pPr>
            <a:lvl5pPr marL="914400" indent="-228600" algn="l" defTabSz="914354" rtl="0" eaLnBrk="1" latinLnBrk="0" hangingPunct="1">
              <a:lnSpc>
                <a:spcPct val="114000"/>
              </a:lnSpc>
              <a:spcBef>
                <a:spcPts val="125"/>
              </a:spcBef>
              <a:spcAft>
                <a:spcPts val="0"/>
              </a:spcAft>
              <a:buFont typeface="Trebuchet MS" pitchFamily="34" charset="0"/>
              <a:buChar char="›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5pPr>
            <a:lvl6pPr marL="1143000" indent="-228600" algn="l" defTabSz="914354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Font typeface="Trebuchet MS" pitchFamily="34" charset="0"/>
              <a:buChar char="◦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6pPr>
            <a:lvl7pPr marL="914400" indent="0" algn="l" defTabSz="91435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7pPr>
            <a:lvl8pPr marL="1143000" indent="-228600" algn="l" defTabSz="91435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Trebuchet MS" pitchFamily="34" charset="0"/>
              <a:buChar char="▫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8pPr>
            <a:lvl9pPr marL="1143000" indent="-228600" algn="l" defTabSz="91435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Trebuchet MS" pitchFamily="34" charset="0"/>
              <a:buChar char="▫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9pPr>
          </a:lstStyle>
          <a:p>
            <a:pPr lvl="0" algn="l"/>
            <a:r>
              <a:rPr lang="en-US" sz="1400">
                <a:solidFill>
                  <a:schemeClr val="tx1"/>
                </a:solidFill>
                <a:latin typeface="Trebuchet MS"/>
              </a:rPr>
              <a:t>No capability loss — auto-context covers it</a:t>
            </a:r>
          </a:p>
        </p:txBody>
      </p:sp>
      <p:sp>
        <p:nvSpPr>
          <p:cNvPr id="1014" name="TextBox"/>
          <p:cNvSpPr txBox="1">
            <a:spLocks/>
          </p:cNvSpPr>
          <p:nvPr/>
        </p:nvSpPr>
        <p:spPr>
          <a:xfrm>
            <a:off x="5072090" y="3610815"/>
            <a:ext cx="1640287" cy="628915"/>
          </a:xfrm>
          <a:prstGeom prst="rect">
            <a:avLst/>
          </a:prstGeom>
          <a:noFill/>
        </p:spPr>
        <p:txBody>
          <a:bodyPr vert="horz" lIns="0" tIns="0" rIns="0" bIns="0" rtlCol="0" anchor="t">
            <a:noAutofit/>
          </a:bodyPr>
          <a:lstStyle>
            <a:lvl1pPr marL="0" indent="0" algn="l" defTabSz="914354" rtl="0" eaLnBrk="1" latinLnBrk="0" hangingPunct="1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None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1pPr>
            <a:lvl2pPr marL="228600" indent="-228600" algn="l" defTabSz="914354" rtl="0" eaLnBrk="1" latinLnBrk="0" hangingPunct="1">
              <a:lnSpc>
                <a:spcPct val="114000"/>
              </a:lnSpc>
              <a:spcBef>
                <a:spcPts val="250"/>
              </a:spcBef>
              <a:spcAft>
                <a:spcPts val="0"/>
              </a:spcAft>
              <a:buFont typeface="Trebuchet MS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2pPr>
            <a:lvl3pPr marL="457200" indent="-228600" algn="l" defTabSz="914354" rtl="0" eaLnBrk="1" latinLnBrk="0" hangingPunct="1">
              <a:lnSpc>
                <a:spcPct val="114000"/>
              </a:lnSpc>
              <a:spcBef>
                <a:spcPts val="125"/>
              </a:spcBef>
              <a:spcAft>
                <a:spcPts val="0"/>
              </a:spcAft>
              <a:buFont typeface="Trebuchet MS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3pPr>
            <a:lvl4pPr marL="685800" indent="-228600" algn="l" defTabSz="914354" rtl="0" eaLnBrk="1" latinLnBrk="0" hangingPunct="1">
              <a:lnSpc>
                <a:spcPct val="114000"/>
              </a:lnSpc>
              <a:spcBef>
                <a:spcPts val="125"/>
              </a:spcBef>
              <a:spcAft>
                <a:spcPts val="0"/>
              </a:spcAft>
              <a:buFont typeface="Trebuchet MS" pitchFamily="34" charset="0"/>
              <a:buChar char="»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4pPr>
            <a:lvl5pPr marL="914400" indent="-228600" algn="l" defTabSz="914354" rtl="0" eaLnBrk="1" latinLnBrk="0" hangingPunct="1">
              <a:lnSpc>
                <a:spcPct val="114000"/>
              </a:lnSpc>
              <a:spcBef>
                <a:spcPts val="125"/>
              </a:spcBef>
              <a:spcAft>
                <a:spcPts val="0"/>
              </a:spcAft>
              <a:buFont typeface="Trebuchet MS" pitchFamily="34" charset="0"/>
              <a:buChar char="›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5pPr>
            <a:lvl6pPr marL="1143000" indent="-228600" algn="l" defTabSz="914354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Font typeface="Trebuchet MS" pitchFamily="34" charset="0"/>
              <a:buChar char="◦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6pPr>
            <a:lvl7pPr marL="914400" indent="0" algn="l" defTabSz="91435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7pPr>
            <a:lvl8pPr marL="1143000" indent="-228600" algn="l" defTabSz="91435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Trebuchet MS" pitchFamily="34" charset="0"/>
              <a:buChar char="▫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8pPr>
            <a:lvl9pPr marL="1143000" indent="-228600" algn="l" defTabSz="91435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Trebuchet MS" pitchFamily="34" charset="0"/>
              <a:buChar char="▫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9pPr>
          </a:lstStyle>
          <a:p>
            <a:pPr lvl="0" algn="l"/>
            <a:r>
              <a:rPr lang="en-US" sz="1400">
                <a:solidFill>
                  <a:schemeClr val="tx1"/>
                </a:solidFill>
                <a:latin typeface="Trebuchet MS"/>
              </a:rPr>
              <a:t>Trivial</a:t>
            </a:r>
          </a:p>
        </p:txBody>
      </p:sp>
      <p:sp>
        <p:nvSpPr>
          <p:cNvPr id="1015" name="TextBox"/>
          <p:cNvSpPr txBox="1">
            <a:spLocks/>
          </p:cNvSpPr>
          <p:nvPr/>
        </p:nvSpPr>
        <p:spPr>
          <a:xfrm>
            <a:off x="6803817" y="3610815"/>
            <a:ext cx="4833447" cy="628915"/>
          </a:xfrm>
          <a:prstGeom prst="rect">
            <a:avLst/>
          </a:prstGeom>
          <a:noFill/>
        </p:spPr>
        <p:txBody>
          <a:bodyPr vert="horz" lIns="0" tIns="0" rIns="0" bIns="0" rtlCol="0" anchor="t">
            <a:noAutofit/>
          </a:bodyPr>
          <a:lstStyle>
            <a:lvl1pPr marL="0" indent="0" algn="l" defTabSz="914354" rtl="0" eaLnBrk="1" latinLnBrk="0" hangingPunct="1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None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1pPr>
            <a:lvl2pPr marL="228600" indent="-228600" algn="l" defTabSz="914354" rtl="0" eaLnBrk="1" latinLnBrk="0" hangingPunct="1">
              <a:lnSpc>
                <a:spcPct val="114000"/>
              </a:lnSpc>
              <a:spcBef>
                <a:spcPts val="250"/>
              </a:spcBef>
              <a:spcAft>
                <a:spcPts val="0"/>
              </a:spcAft>
              <a:buFont typeface="Trebuchet MS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2pPr>
            <a:lvl3pPr marL="457200" indent="-228600" algn="l" defTabSz="914354" rtl="0" eaLnBrk="1" latinLnBrk="0" hangingPunct="1">
              <a:lnSpc>
                <a:spcPct val="114000"/>
              </a:lnSpc>
              <a:spcBef>
                <a:spcPts val="125"/>
              </a:spcBef>
              <a:spcAft>
                <a:spcPts val="0"/>
              </a:spcAft>
              <a:buFont typeface="Trebuchet MS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3pPr>
            <a:lvl4pPr marL="685800" indent="-228600" algn="l" defTabSz="914354" rtl="0" eaLnBrk="1" latinLnBrk="0" hangingPunct="1">
              <a:lnSpc>
                <a:spcPct val="114000"/>
              </a:lnSpc>
              <a:spcBef>
                <a:spcPts val="125"/>
              </a:spcBef>
              <a:spcAft>
                <a:spcPts val="0"/>
              </a:spcAft>
              <a:buFont typeface="Trebuchet MS" pitchFamily="34" charset="0"/>
              <a:buChar char="»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4pPr>
            <a:lvl5pPr marL="914400" indent="-228600" algn="l" defTabSz="914354" rtl="0" eaLnBrk="1" latinLnBrk="0" hangingPunct="1">
              <a:lnSpc>
                <a:spcPct val="114000"/>
              </a:lnSpc>
              <a:spcBef>
                <a:spcPts val="125"/>
              </a:spcBef>
              <a:spcAft>
                <a:spcPts val="0"/>
              </a:spcAft>
              <a:buFont typeface="Trebuchet MS" pitchFamily="34" charset="0"/>
              <a:buChar char="›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5pPr>
            <a:lvl6pPr marL="1143000" indent="-228600" algn="l" defTabSz="914354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Font typeface="Trebuchet MS" pitchFamily="34" charset="0"/>
              <a:buChar char="◦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6pPr>
            <a:lvl7pPr marL="914400" indent="0" algn="l" defTabSz="91435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7pPr>
            <a:lvl8pPr marL="1143000" indent="-228600" algn="l" defTabSz="91435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Trebuchet MS" pitchFamily="34" charset="0"/>
              <a:buChar char="▫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8pPr>
            <a:lvl9pPr marL="1143000" indent="-228600" algn="l" defTabSz="91435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Trebuchet MS" pitchFamily="34" charset="0"/>
              <a:buChar char="▫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9pPr>
          </a:lstStyle>
          <a:p>
            <a:pPr lvl="0" algn="l"/>
            <a:r>
              <a:rPr lang="en-US" sz="1400">
                <a:solidFill>
                  <a:schemeClr val="tx1"/>
                </a:solidFill>
                <a:latin typeface="Trebuchet MS"/>
              </a:rPr>
              <a:t>No capability loss — auto-context covers it</a:t>
            </a:r>
          </a:p>
        </p:txBody>
      </p:sp>
      <p:sp>
        <p:nvSpPr>
          <p:cNvPr id="1016" name="TextBox"/>
          <p:cNvSpPr txBox="1">
            <a:spLocks/>
          </p:cNvSpPr>
          <p:nvPr/>
        </p:nvSpPr>
        <p:spPr>
          <a:xfrm>
            <a:off x="5072090" y="4331170"/>
            <a:ext cx="1640287" cy="628915"/>
          </a:xfrm>
          <a:prstGeom prst="rect">
            <a:avLst/>
          </a:prstGeom>
          <a:noFill/>
        </p:spPr>
        <p:txBody>
          <a:bodyPr vert="horz" lIns="0" tIns="0" rIns="0" bIns="0" rtlCol="0" anchor="t">
            <a:noAutofit/>
          </a:bodyPr>
          <a:lstStyle>
            <a:lvl1pPr marL="0" indent="0" algn="l" defTabSz="914354" rtl="0" eaLnBrk="1" latinLnBrk="0" hangingPunct="1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None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1pPr>
            <a:lvl2pPr marL="228600" indent="-228600" algn="l" defTabSz="914354" rtl="0" eaLnBrk="1" latinLnBrk="0" hangingPunct="1">
              <a:lnSpc>
                <a:spcPct val="114000"/>
              </a:lnSpc>
              <a:spcBef>
                <a:spcPts val="250"/>
              </a:spcBef>
              <a:spcAft>
                <a:spcPts val="0"/>
              </a:spcAft>
              <a:buFont typeface="Trebuchet MS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2pPr>
            <a:lvl3pPr marL="457200" indent="-228600" algn="l" defTabSz="914354" rtl="0" eaLnBrk="1" latinLnBrk="0" hangingPunct="1">
              <a:lnSpc>
                <a:spcPct val="114000"/>
              </a:lnSpc>
              <a:spcBef>
                <a:spcPts val="125"/>
              </a:spcBef>
              <a:spcAft>
                <a:spcPts val="0"/>
              </a:spcAft>
              <a:buFont typeface="Trebuchet MS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3pPr>
            <a:lvl4pPr marL="685800" indent="-228600" algn="l" defTabSz="914354" rtl="0" eaLnBrk="1" latinLnBrk="0" hangingPunct="1">
              <a:lnSpc>
                <a:spcPct val="114000"/>
              </a:lnSpc>
              <a:spcBef>
                <a:spcPts val="125"/>
              </a:spcBef>
              <a:spcAft>
                <a:spcPts val="0"/>
              </a:spcAft>
              <a:buFont typeface="Trebuchet MS" pitchFamily="34" charset="0"/>
              <a:buChar char="»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4pPr>
            <a:lvl5pPr marL="914400" indent="-228600" algn="l" defTabSz="914354" rtl="0" eaLnBrk="1" latinLnBrk="0" hangingPunct="1">
              <a:lnSpc>
                <a:spcPct val="114000"/>
              </a:lnSpc>
              <a:spcBef>
                <a:spcPts val="125"/>
              </a:spcBef>
              <a:spcAft>
                <a:spcPts val="0"/>
              </a:spcAft>
              <a:buFont typeface="Trebuchet MS" pitchFamily="34" charset="0"/>
              <a:buChar char="›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5pPr>
            <a:lvl6pPr marL="1143000" indent="-228600" algn="l" defTabSz="914354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Font typeface="Trebuchet MS" pitchFamily="34" charset="0"/>
              <a:buChar char="◦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6pPr>
            <a:lvl7pPr marL="914400" indent="0" algn="l" defTabSz="91435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7pPr>
            <a:lvl8pPr marL="1143000" indent="-228600" algn="l" defTabSz="91435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Trebuchet MS" pitchFamily="34" charset="0"/>
              <a:buChar char="▫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8pPr>
            <a:lvl9pPr marL="1143000" indent="-228600" algn="l" defTabSz="91435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Trebuchet MS" pitchFamily="34" charset="0"/>
              <a:buChar char="▫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9pPr>
          </a:lstStyle>
          <a:p>
            <a:pPr lvl="0" algn="l"/>
            <a:r>
              <a:rPr lang="en-US" sz="1400">
                <a:solidFill>
                  <a:schemeClr val="tx1"/>
                </a:solidFill>
                <a:latin typeface="Trebuchet MS"/>
              </a:rPr>
              <a:t>Small</a:t>
            </a:r>
          </a:p>
        </p:txBody>
      </p:sp>
      <p:sp>
        <p:nvSpPr>
          <p:cNvPr id="1017" name="TextBox"/>
          <p:cNvSpPr txBox="1">
            <a:spLocks/>
          </p:cNvSpPr>
          <p:nvPr/>
        </p:nvSpPr>
        <p:spPr>
          <a:xfrm>
            <a:off x="6803817" y="4331170"/>
            <a:ext cx="4833447" cy="628915"/>
          </a:xfrm>
          <a:prstGeom prst="rect">
            <a:avLst/>
          </a:prstGeom>
          <a:noFill/>
        </p:spPr>
        <p:txBody>
          <a:bodyPr vert="horz" lIns="0" tIns="0" rIns="0" bIns="0" rtlCol="0" anchor="t">
            <a:noAutofit/>
          </a:bodyPr>
          <a:lstStyle>
            <a:lvl1pPr marL="0" indent="0" algn="l" defTabSz="914354" rtl="0" eaLnBrk="1" latinLnBrk="0" hangingPunct="1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None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1pPr>
            <a:lvl2pPr marL="228600" indent="-228600" algn="l" defTabSz="914354" rtl="0" eaLnBrk="1" latinLnBrk="0" hangingPunct="1">
              <a:lnSpc>
                <a:spcPct val="114000"/>
              </a:lnSpc>
              <a:spcBef>
                <a:spcPts val="250"/>
              </a:spcBef>
              <a:spcAft>
                <a:spcPts val="0"/>
              </a:spcAft>
              <a:buFont typeface="Trebuchet MS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2pPr>
            <a:lvl3pPr marL="457200" indent="-228600" algn="l" defTabSz="914354" rtl="0" eaLnBrk="1" latinLnBrk="0" hangingPunct="1">
              <a:lnSpc>
                <a:spcPct val="114000"/>
              </a:lnSpc>
              <a:spcBef>
                <a:spcPts val="125"/>
              </a:spcBef>
              <a:spcAft>
                <a:spcPts val="0"/>
              </a:spcAft>
              <a:buFont typeface="Trebuchet MS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3pPr>
            <a:lvl4pPr marL="685800" indent="-228600" algn="l" defTabSz="914354" rtl="0" eaLnBrk="1" latinLnBrk="0" hangingPunct="1">
              <a:lnSpc>
                <a:spcPct val="114000"/>
              </a:lnSpc>
              <a:spcBef>
                <a:spcPts val="125"/>
              </a:spcBef>
              <a:spcAft>
                <a:spcPts val="0"/>
              </a:spcAft>
              <a:buFont typeface="Trebuchet MS" pitchFamily="34" charset="0"/>
              <a:buChar char="»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4pPr>
            <a:lvl5pPr marL="914400" indent="-228600" algn="l" defTabSz="914354" rtl="0" eaLnBrk="1" latinLnBrk="0" hangingPunct="1">
              <a:lnSpc>
                <a:spcPct val="114000"/>
              </a:lnSpc>
              <a:spcBef>
                <a:spcPts val="125"/>
              </a:spcBef>
              <a:spcAft>
                <a:spcPts val="0"/>
              </a:spcAft>
              <a:buFont typeface="Trebuchet MS" pitchFamily="34" charset="0"/>
              <a:buChar char="›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5pPr>
            <a:lvl6pPr marL="1143000" indent="-228600" algn="l" defTabSz="914354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Font typeface="Trebuchet MS" pitchFamily="34" charset="0"/>
              <a:buChar char="◦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6pPr>
            <a:lvl7pPr marL="914400" indent="0" algn="l" defTabSz="91435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7pPr>
            <a:lvl8pPr marL="1143000" indent="-228600" algn="l" defTabSz="91435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Trebuchet MS" pitchFamily="34" charset="0"/>
              <a:buChar char="▫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8pPr>
            <a:lvl9pPr marL="1143000" indent="-228600" algn="l" defTabSz="91435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Trebuchet MS" pitchFamily="34" charset="0"/>
              <a:buChar char="▫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9pPr>
          </a:lstStyle>
          <a:p>
            <a:pPr lvl="0" algn="l"/>
            <a:r>
              <a:rPr lang="en-US" sz="1400">
                <a:solidFill>
                  <a:schemeClr val="tx1"/>
                </a:solidFill>
                <a:latin typeface="Trebuchet MS"/>
              </a:rPr>
              <a:t>Removes a rarely-used tool, enables sheet-level detail</a:t>
            </a:r>
          </a:p>
        </p:txBody>
      </p:sp>
      <p:sp>
        <p:nvSpPr>
          <p:cNvPr id="1018" name="TextBox"/>
          <p:cNvSpPr txBox="1">
            <a:spLocks/>
          </p:cNvSpPr>
          <p:nvPr/>
        </p:nvSpPr>
        <p:spPr>
          <a:xfrm>
            <a:off x="5072090" y="5051525"/>
            <a:ext cx="1640287" cy="628915"/>
          </a:xfrm>
          <a:prstGeom prst="rect">
            <a:avLst/>
          </a:prstGeom>
          <a:noFill/>
        </p:spPr>
        <p:txBody>
          <a:bodyPr vert="horz" lIns="0" tIns="0" rIns="0" bIns="0" rtlCol="0" anchor="t">
            <a:noAutofit/>
          </a:bodyPr>
          <a:lstStyle>
            <a:lvl1pPr marL="0" indent="0" algn="l" defTabSz="914354" rtl="0" eaLnBrk="1" latinLnBrk="0" hangingPunct="1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None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1pPr>
            <a:lvl2pPr marL="228600" indent="-228600" algn="l" defTabSz="914354" rtl="0" eaLnBrk="1" latinLnBrk="0" hangingPunct="1">
              <a:lnSpc>
                <a:spcPct val="114000"/>
              </a:lnSpc>
              <a:spcBef>
                <a:spcPts val="250"/>
              </a:spcBef>
              <a:spcAft>
                <a:spcPts val="0"/>
              </a:spcAft>
              <a:buFont typeface="Trebuchet MS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2pPr>
            <a:lvl3pPr marL="457200" indent="-228600" algn="l" defTabSz="914354" rtl="0" eaLnBrk="1" latinLnBrk="0" hangingPunct="1">
              <a:lnSpc>
                <a:spcPct val="114000"/>
              </a:lnSpc>
              <a:spcBef>
                <a:spcPts val="125"/>
              </a:spcBef>
              <a:spcAft>
                <a:spcPts val="0"/>
              </a:spcAft>
              <a:buFont typeface="Trebuchet MS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3pPr>
            <a:lvl4pPr marL="685800" indent="-228600" algn="l" defTabSz="914354" rtl="0" eaLnBrk="1" latinLnBrk="0" hangingPunct="1">
              <a:lnSpc>
                <a:spcPct val="114000"/>
              </a:lnSpc>
              <a:spcBef>
                <a:spcPts val="125"/>
              </a:spcBef>
              <a:spcAft>
                <a:spcPts val="0"/>
              </a:spcAft>
              <a:buFont typeface="Trebuchet MS" pitchFamily="34" charset="0"/>
              <a:buChar char="»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4pPr>
            <a:lvl5pPr marL="914400" indent="-228600" algn="l" defTabSz="914354" rtl="0" eaLnBrk="1" latinLnBrk="0" hangingPunct="1">
              <a:lnSpc>
                <a:spcPct val="114000"/>
              </a:lnSpc>
              <a:spcBef>
                <a:spcPts val="125"/>
              </a:spcBef>
              <a:spcAft>
                <a:spcPts val="0"/>
              </a:spcAft>
              <a:buFont typeface="Trebuchet MS" pitchFamily="34" charset="0"/>
              <a:buChar char="›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5pPr>
            <a:lvl6pPr marL="1143000" indent="-228600" algn="l" defTabSz="914354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Font typeface="Trebuchet MS" pitchFamily="34" charset="0"/>
              <a:buChar char="◦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6pPr>
            <a:lvl7pPr marL="914400" indent="0" algn="l" defTabSz="91435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7pPr>
            <a:lvl8pPr marL="1143000" indent="-228600" algn="l" defTabSz="91435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Trebuchet MS" pitchFamily="34" charset="0"/>
              <a:buChar char="▫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8pPr>
            <a:lvl9pPr marL="1143000" indent="-228600" algn="l" defTabSz="91435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Trebuchet MS" pitchFamily="34" charset="0"/>
              <a:buChar char="▫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9pPr>
          </a:lstStyle>
          <a:p>
            <a:pPr lvl="0" algn="l"/>
            <a:r>
              <a:rPr lang="en-US" sz="1400">
                <a:solidFill>
                  <a:schemeClr val="tx1"/>
                </a:solidFill>
                <a:latin typeface="Trebuchet MS"/>
              </a:rPr>
              <a:t>Small</a:t>
            </a:r>
          </a:p>
        </p:txBody>
      </p:sp>
      <p:sp>
        <p:nvSpPr>
          <p:cNvPr id="1019" name="TextBox"/>
          <p:cNvSpPr txBox="1">
            <a:spLocks/>
          </p:cNvSpPr>
          <p:nvPr/>
        </p:nvSpPr>
        <p:spPr>
          <a:xfrm>
            <a:off x="6803817" y="5051525"/>
            <a:ext cx="4833447" cy="628915"/>
          </a:xfrm>
          <a:prstGeom prst="rect">
            <a:avLst/>
          </a:prstGeom>
          <a:noFill/>
        </p:spPr>
        <p:txBody>
          <a:bodyPr vert="horz" lIns="0" tIns="0" rIns="0" bIns="0" rtlCol="0" anchor="t">
            <a:noAutofit/>
          </a:bodyPr>
          <a:lstStyle>
            <a:lvl1pPr marL="0" indent="0" algn="l" defTabSz="914354" rtl="0" eaLnBrk="1" latinLnBrk="0" hangingPunct="1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None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1pPr>
            <a:lvl2pPr marL="228600" indent="-228600" algn="l" defTabSz="914354" rtl="0" eaLnBrk="1" latinLnBrk="0" hangingPunct="1">
              <a:lnSpc>
                <a:spcPct val="114000"/>
              </a:lnSpc>
              <a:spcBef>
                <a:spcPts val="250"/>
              </a:spcBef>
              <a:spcAft>
                <a:spcPts val="0"/>
              </a:spcAft>
              <a:buFont typeface="Trebuchet MS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2pPr>
            <a:lvl3pPr marL="457200" indent="-228600" algn="l" defTabSz="914354" rtl="0" eaLnBrk="1" latinLnBrk="0" hangingPunct="1">
              <a:lnSpc>
                <a:spcPct val="114000"/>
              </a:lnSpc>
              <a:spcBef>
                <a:spcPts val="125"/>
              </a:spcBef>
              <a:spcAft>
                <a:spcPts val="0"/>
              </a:spcAft>
              <a:buFont typeface="Trebuchet MS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3pPr>
            <a:lvl4pPr marL="685800" indent="-228600" algn="l" defTabSz="914354" rtl="0" eaLnBrk="1" latinLnBrk="0" hangingPunct="1">
              <a:lnSpc>
                <a:spcPct val="114000"/>
              </a:lnSpc>
              <a:spcBef>
                <a:spcPts val="125"/>
              </a:spcBef>
              <a:spcAft>
                <a:spcPts val="0"/>
              </a:spcAft>
              <a:buFont typeface="Trebuchet MS" pitchFamily="34" charset="0"/>
              <a:buChar char="»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4pPr>
            <a:lvl5pPr marL="914400" indent="-228600" algn="l" defTabSz="914354" rtl="0" eaLnBrk="1" latinLnBrk="0" hangingPunct="1">
              <a:lnSpc>
                <a:spcPct val="114000"/>
              </a:lnSpc>
              <a:spcBef>
                <a:spcPts val="125"/>
              </a:spcBef>
              <a:spcAft>
                <a:spcPts val="0"/>
              </a:spcAft>
              <a:buFont typeface="Trebuchet MS" pitchFamily="34" charset="0"/>
              <a:buChar char="›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5pPr>
            <a:lvl6pPr marL="1143000" indent="-228600" algn="l" defTabSz="914354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Font typeface="Trebuchet MS" pitchFamily="34" charset="0"/>
              <a:buChar char="◦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6pPr>
            <a:lvl7pPr marL="914400" indent="0" algn="l" defTabSz="91435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7pPr>
            <a:lvl8pPr marL="1143000" indent="-228600" algn="l" defTabSz="91435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Trebuchet MS" pitchFamily="34" charset="0"/>
              <a:buChar char="▫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8pPr>
            <a:lvl9pPr marL="1143000" indent="-228600" algn="l" defTabSz="91435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Trebuchet MS" pitchFamily="34" charset="0"/>
              <a:buChar char="▫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9pPr>
          </a:lstStyle>
          <a:p>
            <a:pPr lvl="0" algn="l"/>
            <a:r>
              <a:rPr lang="en-US" sz="1400">
                <a:solidFill>
                  <a:schemeClr val="tx1"/>
                </a:solidFill>
                <a:latin typeface="Trebuchet MS"/>
              </a:rPr>
              <a:t>Absorbs find_by_label (#7) cleanly</a:t>
            </a:r>
          </a:p>
        </p:txBody>
      </p:sp>
      <p:sp>
        <p:nvSpPr>
          <p:cNvPr id="1020" name="TextBox"/>
          <p:cNvSpPr txBox="1">
            <a:spLocks/>
          </p:cNvSpPr>
          <p:nvPr/>
        </p:nvSpPr>
        <p:spPr>
          <a:xfrm>
            <a:off x="5072090" y="5771880"/>
            <a:ext cx="1640287" cy="628920"/>
          </a:xfrm>
          <a:prstGeom prst="rect">
            <a:avLst/>
          </a:prstGeom>
          <a:noFill/>
        </p:spPr>
        <p:txBody>
          <a:bodyPr vert="horz" lIns="0" tIns="0" rIns="0" bIns="0" rtlCol="0" anchor="t">
            <a:noAutofit/>
          </a:bodyPr>
          <a:lstStyle>
            <a:lvl1pPr marL="0" indent="0" algn="l" defTabSz="914354" rtl="0" eaLnBrk="1" latinLnBrk="0" hangingPunct="1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None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1pPr>
            <a:lvl2pPr marL="228600" indent="-228600" algn="l" defTabSz="914354" rtl="0" eaLnBrk="1" latinLnBrk="0" hangingPunct="1">
              <a:lnSpc>
                <a:spcPct val="114000"/>
              </a:lnSpc>
              <a:spcBef>
                <a:spcPts val="250"/>
              </a:spcBef>
              <a:spcAft>
                <a:spcPts val="0"/>
              </a:spcAft>
              <a:buFont typeface="Trebuchet MS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2pPr>
            <a:lvl3pPr marL="457200" indent="-228600" algn="l" defTabSz="914354" rtl="0" eaLnBrk="1" latinLnBrk="0" hangingPunct="1">
              <a:lnSpc>
                <a:spcPct val="114000"/>
              </a:lnSpc>
              <a:spcBef>
                <a:spcPts val="125"/>
              </a:spcBef>
              <a:spcAft>
                <a:spcPts val="0"/>
              </a:spcAft>
              <a:buFont typeface="Trebuchet MS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3pPr>
            <a:lvl4pPr marL="685800" indent="-228600" algn="l" defTabSz="914354" rtl="0" eaLnBrk="1" latinLnBrk="0" hangingPunct="1">
              <a:lnSpc>
                <a:spcPct val="114000"/>
              </a:lnSpc>
              <a:spcBef>
                <a:spcPts val="125"/>
              </a:spcBef>
              <a:spcAft>
                <a:spcPts val="0"/>
              </a:spcAft>
              <a:buFont typeface="Trebuchet MS" pitchFamily="34" charset="0"/>
              <a:buChar char="»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4pPr>
            <a:lvl5pPr marL="914400" indent="-228600" algn="l" defTabSz="914354" rtl="0" eaLnBrk="1" latinLnBrk="0" hangingPunct="1">
              <a:lnSpc>
                <a:spcPct val="114000"/>
              </a:lnSpc>
              <a:spcBef>
                <a:spcPts val="125"/>
              </a:spcBef>
              <a:spcAft>
                <a:spcPts val="0"/>
              </a:spcAft>
              <a:buFont typeface="Trebuchet MS" pitchFamily="34" charset="0"/>
              <a:buChar char="›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5pPr>
            <a:lvl6pPr marL="1143000" indent="-228600" algn="l" defTabSz="914354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Font typeface="Trebuchet MS" pitchFamily="34" charset="0"/>
              <a:buChar char="◦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6pPr>
            <a:lvl7pPr marL="914400" indent="0" algn="l" defTabSz="91435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7pPr>
            <a:lvl8pPr marL="1143000" indent="-228600" algn="l" defTabSz="91435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Trebuchet MS" pitchFamily="34" charset="0"/>
              <a:buChar char="▫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8pPr>
            <a:lvl9pPr marL="1143000" indent="-228600" algn="l" defTabSz="91435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Trebuchet MS" pitchFamily="34" charset="0"/>
              <a:buChar char="▫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9pPr>
          </a:lstStyle>
          <a:p>
            <a:pPr lvl="0" algn="l"/>
            <a:r>
              <a:rPr lang="en-US" sz="1400">
                <a:solidFill>
                  <a:schemeClr val="tx1"/>
                </a:solidFill>
                <a:latin typeface="Trebuchet MS"/>
              </a:rPr>
              <a:t>Medium</a:t>
            </a:r>
          </a:p>
        </p:txBody>
      </p:sp>
      <p:sp>
        <p:nvSpPr>
          <p:cNvPr id="1021" name="TextBox"/>
          <p:cNvSpPr txBox="1">
            <a:spLocks/>
          </p:cNvSpPr>
          <p:nvPr/>
        </p:nvSpPr>
        <p:spPr>
          <a:xfrm>
            <a:off x="6803817" y="5771880"/>
            <a:ext cx="4833447" cy="628920"/>
          </a:xfrm>
          <a:prstGeom prst="rect">
            <a:avLst/>
          </a:prstGeom>
          <a:noFill/>
        </p:spPr>
        <p:txBody>
          <a:bodyPr vert="horz" lIns="0" tIns="0" rIns="0" bIns="0" rtlCol="0" anchor="t">
            <a:noAutofit/>
          </a:bodyPr>
          <a:lstStyle>
            <a:lvl1pPr marL="0" indent="0" algn="l" defTabSz="914354" rtl="0" eaLnBrk="1" latinLnBrk="0" hangingPunct="1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None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1pPr>
            <a:lvl2pPr marL="228600" indent="-228600" algn="l" defTabSz="914354" rtl="0" eaLnBrk="1" latinLnBrk="0" hangingPunct="1">
              <a:lnSpc>
                <a:spcPct val="114000"/>
              </a:lnSpc>
              <a:spcBef>
                <a:spcPts val="250"/>
              </a:spcBef>
              <a:spcAft>
                <a:spcPts val="0"/>
              </a:spcAft>
              <a:buFont typeface="Trebuchet MS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2pPr>
            <a:lvl3pPr marL="457200" indent="-228600" algn="l" defTabSz="914354" rtl="0" eaLnBrk="1" latinLnBrk="0" hangingPunct="1">
              <a:lnSpc>
                <a:spcPct val="114000"/>
              </a:lnSpc>
              <a:spcBef>
                <a:spcPts val="125"/>
              </a:spcBef>
              <a:spcAft>
                <a:spcPts val="0"/>
              </a:spcAft>
              <a:buFont typeface="Trebuchet MS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3pPr>
            <a:lvl4pPr marL="685800" indent="-228600" algn="l" defTabSz="914354" rtl="0" eaLnBrk="1" latinLnBrk="0" hangingPunct="1">
              <a:lnSpc>
                <a:spcPct val="114000"/>
              </a:lnSpc>
              <a:spcBef>
                <a:spcPts val="125"/>
              </a:spcBef>
              <a:spcAft>
                <a:spcPts val="0"/>
              </a:spcAft>
              <a:buFont typeface="Trebuchet MS" pitchFamily="34" charset="0"/>
              <a:buChar char="»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4pPr>
            <a:lvl5pPr marL="914400" indent="-228600" algn="l" defTabSz="914354" rtl="0" eaLnBrk="1" latinLnBrk="0" hangingPunct="1">
              <a:lnSpc>
                <a:spcPct val="114000"/>
              </a:lnSpc>
              <a:spcBef>
                <a:spcPts val="125"/>
              </a:spcBef>
              <a:spcAft>
                <a:spcPts val="0"/>
              </a:spcAft>
              <a:buFont typeface="Trebuchet MS" pitchFamily="34" charset="0"/>
              <a:buChar char="›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5pPr>
            <a:lvl6pPr marL="1143000" indent="-228600" algn="l" defTabSz="914354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Font typeface="Trebuchet MS" pitchFamily="34" charset="0"/>
              <a:buChar char="◦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6pPr>
            <a:lvl7pPr marL="914400" indent="0" algn="l" defTabSz="91435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7pPr>
            <a:lvl8pPr marL="1143000" indent="-228600" algn="l" defTabSz="91435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Trebuchet MS" pitchFamily="34" charset="0"/>
              <a:buChar char="▫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8pPr>
            <a:lvl9pPr marL="1143000" indent="-228600" algn="l" defTabSz="91435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Trebuchet MS" pitchFamily="34" charset="0"/>
              <a:buChar char="▫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9pPr>
          </a:lstStyle>
          <a:p>
            <a:pPr lvl="0" algn="l"/>
            <a:r>
              <a:rPr lang="en-US" sz="1400">
                <a:solidFill>
                  <a:schemeClr val="tx1"/>
                </a:solidFill>
                <a:latin typeface="Trebuchet MS"/>
              </a:rPr>
              <a:t>Sustainable path for charts, tables, validation, etc.</a:t>
            </a:r>
          </a:p>
        </p:txBody>
      </p:sp>
      <p:cxnSp>
        <p:nvCxnSpPr>
          <p:cNvPr id="1022" name="Line"/>
          <p:cNvCxnSpPr/>
          <p:nvPr/>
        </p:nvCxnSpPr>
        <p:spPr>
          <a:xfrm>
            <a:off x="554736" y="2844740"/>
            <a:ext cx="11082528" cy="0"/>
          </a:xfrm>
          <a:prstGeom prst="line">
            <a:avLst/>
          </a:prstGeom>
          <a:ln w="6350">
            <a:solidFill>
              <a:schemeClr val="dk2"/>
            </a:solidFill>
          </a:ln>
        </p:spPr>
      </p:cxnSp>
      <p:cxnSp>
        <p:nvCxnSpPr>
          <p:cNvPr id="1023" name="Line"/>
          <p:cNvCxnSpPr/>
          <p:nvPr/>
        </p:nvCxnSpPr>
        <p:spPr>
          <a:xfrm>
            <a:off x="554736" y="3565095"/>
            <a:ext cx="11082528" cy="0"/>
          </a:xfrm>
          <a:prstGeom prst="line">
            <a:avLst/>
          </a:prstGeom>
          <a:ln w="6350">
            <a:solidFill>
              <a:schemeClr val="dk2"/>
            </a:solidFill>
          </a:ln>
        </p:spPr>
      </p:cxnSp>
      <p:cxnSp>
        <p:nvCxnSpPr>
          <p:cNvPr id="1024" name="Line"/>
          <p:cNvCxnSpPr/>
          <p:nvPr/>
        </p:nvCxnSpPr>
        <p:spPr>
          <a:xfrm>
            <a:off x="554736" y="4285450"/>
            <a:ext cx="11082528" cy="0"/>
          </a:xfrm>
          <a:prstGeom prst="line">
            <a:avLst/>
          </a:prstGeom>
          <a:ln w="6350">
            <a:solidFill>
              <a:schemeClr val="dk2"/>
            </a:solidFill>
          </a:ln>
        </p:spPr>
      </p:cxnSp>
      <p:cxnSp>
        <p:nvCxnSpPr>
          <p:cNvPr id="1025" name="Line"/>
          <p:cNvCxnSpPr/>
          <p:nvPr/>
        </p:nvCxnSpPr>
        <p:spPr>
          <a:xfrm>
            <a:off x="554736" y="5005805"/>
            <a:ext cx="11082528" cy="0"/>
          </a:xfrm>
          <a:prstGeom prst="line">
            <a:avLst/>
          </a:prstGeom>
          <a:ln w="6350">
            <a:solidFill>
              <a:schemeClr val="dk2"/>
            </a:solidFill>
          </a:ln>
        </p:spPr>
      </p:cxnSp>
      <p:cxnSp>
        <p:nvCxnSpPr>
          <p:cNvPr id="1026" name="Line"/>
          <p:cNvCxnSpPr/>
          <p:nvPr/>
        </p:nvCxnSpPr>
        <p:spPr>
          <a:xfrm>
            <a:off x="554736" y="5726160"/>
            <a:ext cx="11082528" cy="0"/>
          </a:xfrm>
          <a:prstGeom prst="line">
            <a:avLst/>
          </a:prstGeom>
          <a:ln w="6350">
            <a:solidFill>
              <a:schemeClr val="dk2"/>
            </a:solidFill>
          </a:ln>
        </p:spPr>
      </p:cxn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PRESENTATIONDONOTDELETE" val="&lt;?xml version=&quot;1.0&quot; encoding=&quot;UTF-16&quot; standalone=&quot;yes&quot;?&gt;&lt;root reqver=&quot;32687&quot;&gt;&lt;version val=&quot;38581&quot;/&gt;&lt;CPresentation id=&quot;1&quot;&gt;&lt;m_precDefaultOrdinal&gt;&lt;m_bNumberIsYear val=&quot;1&quot;/&gt;&lt;m_chMinusSymbol&gt;-&lt;/m_chMinusSymbol&gt;&lt;m_chDecimalSymbol17909&gt;.&lt;/m_chDecimalSymbol17909&gt;&lt;m_nGroupingDigits17909 val=&quot;3&quot;/&gt;&lt;m_chGroupingSymbol17909&gt;,&lt;/m_chGroupingSymbol17909&gt;&lt;m_yearfmt&gt;&lt;begin val=&quot;0&quot;/&gt;&lt;end val=&quot;4&quot;/&gt;&lt;/m_yearfmt&gt;&lt;/m_precDefaultOrdinal&gt;&lt;m_precDefaultNumber&gt;&lt;m_bNumberIsYear val=&quot;1&quot;/&gt;&lt;m_chMinusSymbol&gt;-&lt;/m_chMinusSymbol&gt;&lt;m_chDecimalSymbol17909&gt;.&lt;/m_chDecimalSymbol17909&gt;&lt;m_nGroupingDigits17909 val=&quot;3&quot;/&gt;&lt;m_chGroupingSymbol17909&gt;,&lt;/m_chGroupingSymbol17909&gt;&lt;m_yearfmt&gt;&lt;begin val=&quot;0&quot;/&gt;&lt;end val=&quot;4&quot;/&gt;&lt;/m_yearfmt&gt;&lt;/m_precDefaultNumber&gt;&lt;m_precDefaultPercent&gt;&lt;m_bNumberIsYear val=&quot;1&quot;/&gt;&lt;m_chMinusSymbol&gt;-&lt;/m_chMinusSymbol&gt;&lt;m_nDecimalDigits17909 val=&quot;0&quot;/&gt;&lt;m_chDecimalSymbol17909&gt;.&lt;/m_chDecimalSymbol17909&gt;&lt;m_nGroupingDigits17909 val=&quot;3&quot;/&gt;&lt;m_chGroupingSymbol17909&gt;,&lt;/m_chGroupingSymbol17909&gt;&lt;m_strSuffix17909&gt;%&lt;/m_strSuffix17909&gt;&lt;m_yearfmt&gt;&lt;begin val=&quot;0&quot;/&gt;&lt;end val=&quot;4&quot;/&gt;&lt;/m_yearfmt&gt;&lt;/m_precDefaultPercent&gt;&lt;m_precDefaultDate&gt;&lt;m_yearfmt&gt;&lt;begin val=&quot;0&quot;/&gt;&lt;end val=&quot;4&quot;/&gt;&lt;/m_yearfmt&gt;&lt;/m_precDefaultDate&gt;&lt;m_precDefaultDay&gt;&lt;m_yearfmt&gt;&lt;begin val=&quot;0&quot;/&gt;&lt;end val=&quot;4&quot;/&gt;&lt;/m_yearfmt&gt;&lt;/m_precDefaultDay&gt;&lt;m_precDefaultWeek&gt;&lt;m_yearfmt&gt;&lt;begin val=&quot;0&quot;/&gt;&lt;end val=&quot;4&quot;/&gt;&lt;/m_yearfmt&gt;&lt;/m_precDefaultWeek&gt;&lt;m_precDefaultMonth&gt;&lt;m_yearfmt&gt;&lt;begin val=&quot;0&quot;/&gt;&lt;end val=&quot;4&quot;/&gt;&lt;/m_yearfmt&gt;&lt;/m_precDefaultMonth&gt;&lt;m_precDefaultQuarter&gt;&lt;m_yearfmt&gt;&lt;begin val=&quot;0&quot;/&gt;&lt;end val=&quot;4&quot;/&gt;&lt;/m_yearfmt&gt;&lt;/m_precDefaultQuarter&gt;&lt;m_precDefaultYear&gt;&lt;m_yearfmt&gt;&lt;begin val=&quot;0&quot;/&gt;&lt;end val=&quot;4&quot;/&gt;&lt;/m_yearfmt&gt;&lt;/m_precDefaultYear&gt;&lt;m_precDefaultFYDay&gt;&lt;m_yearfmt&gt;&lt;begin val=&quot;0&quot;/&gt;&lt;end val=&quot;4&quot;/&gt;&lt;/m_yearfmt&gt;&lt;/m_precDefaultFYDay&gt;&lt;m_precDefaultFYWeek&gt;&lt;m_yearfmt&gt;&lt;begin val=&quot;0&quot;/&gt;&lt;end val=&quot;4&quot;/&gt;&lt;/m_yearfmt&gt;&lt;/m_precDefaultFYWeek&gt;&lt;m_precDefaultFYMonth&gt;&lt;m_yearfmt&gt;&lt;begin val=&quot;0&quot;/&gt;&lt;end val=&quot;4&quot;/&gt;&lt;/m_yearfmt&gt;&lt;/m_precDefaultFYMonth&gt;&lt;m_precDefaultFYQuarter&gt;&lt;m_yearfmt&gt;&lt;begin val=&quot;0&quot;/&gt;&lt;end val=&quot;4&quot;/&gt;&lt;/m_yearfmt&gt;&lt;/m_precDefaultFYQuarter&gt;&lt;m_precDefaultFYYear&gt;&lt;m_yearfmt&gt;&lt;begin val=&quot;0&quot;/&gt;&lt;end val=&quot;4&quot;/&gt;&lt;/m_yearfmt&gt;&lt;/m_precDefaultFYYear&gt;&lt;m_mruColor&gt;&lt;m_vecMRU length=&quot;0&quot;/&gt;&lt;/m_mruColor&gt;&lt;m_eweekdayFirstOfWeek val=&quot;2&quot;/&gt;&lt;m_eweekdayFirstOfWorkweek val=&quot;2&quot;/&gt;&lt;m_eweekdayFirstOfWeekend val=&quot;7&quot;/&gt;&lt;/CPresentation&gt;&lt;/root&gt;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Grid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4. Footnote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5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5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4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4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3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3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2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2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1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1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ClientLogo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Documenttype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ubtitle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itle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Disclaimer-template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2e4Ps3taQqK3C0NeBEvQLA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Right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Left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traight Connector 17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1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PFw0tr2VymfPrG.nUcDKQ"/>
</p:tagLst>
</file>

<file path=ppt/tags/tag1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1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1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Right"/>
</p:tagLst>
</file>

<file path=ppt/tags/tag1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Left"/>
</p:tagLst>
</file>

<file path=ppt/tags/tag1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1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1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1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1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2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2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2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2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2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2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2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2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2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heme/theme1.xml><?xml version="1.0" encoding="utf-8"?>
<a:theme xmlns:a="http://schemas.openxmlformats.org/drawingml/2006/main" name="Example – Warm Editorial">
  <a:themeElements>
    <a:clrScheme name="Warm Editorial">
      <a:dk1>
        <a:srgbClr val="1C1917"/>
      </a:dk1>
      <a:lt1>
        <a:srgbClr val="FAFAF9"/>
      </a:lt1>
      <a:dk2>
        <a:srgbClr val="57534E"/>
      </a:dk2>
      <a:lt2>
        <a:srgbClr val="E7E5E4"/>
      </a:lt2>
      <a:accent1>
        <a:srgbClr val="C2410C"/>
      </a:accent1>
      <a:accent2>
        <a:srgbClr val="0D9488"/>
      </a:accent2>
      <a:accent3>
        <a:srgbClr val="4F46E5"/>
      </a:accent3>
      <a:accent4>
        <a:srgbClr val="DB2777"/>
      </a:accent4>
      <a:accent5>
        <a:srgbClr val="059669"/>
      </a:accent5>
      <a:accent6>
        <a:srgbClr val="7C3AED"/>
      </a:accent6>
      <a:hlink>
        <a:srgbClr val="C2410C"/>
      </a:hlink>
      <a:folHlink>
        <a:srgbClr val="78716C"/>
      </a:folHlink>
    </a:clrScheme>
    <a:fontScheme name="Warm Editorial">
      <a:majorFont>
        <a:latin typeface="Rockwel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Trebuchet MS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ubtle Solids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 w="6350" cap="sq">
          <a:noFill/>
          <a:miter lim="800000"/>
        </a:ln>
      </a:spPr>
      <a:bodyPr rot="0" spcFirstLastPara="0" vertOverflow="overflow" horzOverflow="overflow" vert="horz" wrap="square" lIns="0" tIns="0" rIns="0" bIns="0" numCol="1" spcCol="0" rtlCol="0" fromWordArt="0" anchor="t" anchorCtr="0" forceAA="0" compatLnSpc="1">
        <a:prstTxWarp prst="textNoShape">
          <a:avLst/>
        </a:prstTxWarp>
        <a:noAutofit/>
      </a:bodyPr>
      <a:lstStyle>
        <a:defPPr algn="l" defTabSz="914377">
          <a:lnSpc>
            <a:spcPct val="114000"/>
          </a:lnSpc>
          <a:spcBef>
            <a:spcPts val="500"/>
          </a:spcBef>
          <a:buClrTx/>
          <a:buFont typeface="Segoe UI" panose="020B0502040204020203" pitchFamily="34" charset="0"/>
          <a:buChar char="​"/>
          <a:defRPr sz="1600" kern="1200" dirty="0">
            <a:solidFill>
              <a:schemeClr val="tx1"/>
            </a:solidFill>
            <a:ea typeface="Inter" panose="020B0604020202020204" charset="0"/>
            <a:cs typeface="Arial" panose="020B0604020202020204" pitchFamily="34" charset="0"/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6350" cap="flat">
          <a:solidFill>
            <a:schemeClr val="tx1"/>
          </a:solidFill>
          <a:miter lim="800000"/>
          <a:tailEnd type="non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solidFill>
          <a:srgbClr val="FFFFFF">
            <a:alpha val="0"/>
          </a:srgbClr>
        </a:solidFill>
      </a:spPr>
      <a:bodyPr vert="horz" lIns="0" tIns="0" rIns="0" bIns="0" rtlCol="0" anchor="b" anchorCtr="0">
        <a:noAutofit/>
      </a:bodyPr>
      <a:lstStyle>
        <a:defPPr algn="l">
          <a:buClrTx/>
          <a:defRPr dirty="0" smtClean="0">
            <a:solidFill>
              <a:srgbClr val="0D193B"/>
            </a:solidFill>
          </a:defRPr>
        </a:defPPr>
      </a:lstStyle>
    </a:txDef>
  </a:objectDefaults>
  <a:extraClrSchemeLst>
    <a:extraClrScheme>
      <a:clrScheme name="Scheme White">
        <a:dk1>
          <a:srgbClr val="000000"/>
        </a:dk1>
        <a:lt1>
          <a:srgbClr val="F1F5F9"/>
        </a:lt1>
        <a:dk2>
          <a:srgbClr val="FFFFFF"/>
        </a:dk2>
        <a:lt2>
          <a:srgbClr val="FFFFFF"/>
        </a:lt2>
        <a:accent1>
          <a:srgbClr val="051C2C"/>
        </a:accent1>
        <a:accent2>
          <a:srgbClr val="00A9F4"/>
        </a:accent2>
        <a:accent3>
          <a:srgbClr val="1F40E6"/>
        </a:accent3>
        <a:accent4>
          <a:srgbClr val="AAE6F0"/>
        </a:accent4>
        <a:accent5>
          <a:srgbClr val="3C96B4"/>
        </a:accent5>
        <a:accent6>
          <a:srgbClr val="AFC3FF"/>
        </a:accent6>
        <a:hlink>
          <a:srgbClr val="1F40E6"/>
        </a:hlink>
        <a:folHlink>
          <a:srgbClr val="8C5AC8"/>
        </a:folHlink>
      </a:clrScheme>
    </a:extraClrScheme>
  </a:extraClrSchemeLst>
  <a:custClrLst>
    <a:custClr name="Electric Blue">
      <a:srgbClr val="2251FF"/>
    </a:custClr>
    <a:custClr name="Cyan">
      <a:srgbClr val="00A9F4"/>
    </a:custClr>
    <a:custClr name="Pale Blue">
      <a:srgbClr val="6DC1DB"/>
    </a:custClr>
    <a:custClr name="Super Light Gray">
      <a:srgbClr val="D0D0D0"/>
    </a:custClr>
    <a:custClr name="Pink">
      <a:srgbClr val="E8BDAD"/>
    </a:custClr>
    <a:custClr name="Orange">
      <a:srgbClr val="FAA082"/>
    </a:custClr>
    <a:custClr name="Red">
      <a:srgbClr val="E5546C"/>
    </a:custClr>
    <a:custClr name="Null">
      <a:srgbClr val="FEFFFF"/>
    </a:custClr>
    <a:custClr name="Null">
      <a:srgbClr val="FEFFFF"/>
    </a:custClr>
    <a:custClr name="Null">
      <a:srgbClr val="FEFFFF"/>
    </a:custClr>
    <a:custClr name="Dark Gray">
      <a:srgbClr val="4D4D4D"/>
    </a:custClr>
    <a:custClr name="Mid Gray">
      <a:srgbClr val="7F7F7F"/>
    </a:custClr>
    <a:custClr name="Light Gray">
      <a:srgbClr val="B3B3B3"/>
    </a:custClr>
    <a:custClr name="Super Light Gray">
      <a:srgbClr val="D0D0D0"/>
    </a:custClr>
    <a:custClr name="Pale Gray">
      <a:srgbClr val="E6E6E6"/>
    </a:custClr>
    <a:custClr name="Null">
      <a:srgbClr val="FEFFFF"/>
    </a:custClr>
    <a:custClr name="Null">
      <a:srgbClr val="FEFFFF"/>
    </a:custClr>
    <a:custClr name="Null">
      <a:srgbClr val="FEFFFF"/>
    </a:custClr>
    <a:custClr name="Null">
      <a:srgbClr val="FEFFFF"/>
    </a:custClr>
    <a:custClr name="Null">
      <a:srgbClr val="FEFFFF"/>
    </a:custClr>
    <a:custClr name="Linear 1 (Deep Blue)">
      <a:srgbClr val="051C2C"/>
    </a:custClr>
    <a:custClr name="Linear 2">
      <a:srgbClr val="034B6F"/>
    </a:custClr>
    <a:custClr name="Linear 3">
      <a:srgbClr val="027AB1"/>
    </a:custClr>
    <a:custClr name="Linear 4 (Cyan)">
      <a:srgbClr val="00A9F4"/>
    </a:custClr>
    <a:custClr name="Linear 5">
      <a:srgbClr val="39BDF3"/>
    </a:custClr>
    <a:custClr name="Linear 6">
      <a:srgbClr val="71D2F1"/>
    </a:custClr>
    <a:custClr name="Linear 7 (Pale Blue)">
      <a:srgbClr val="AAE6F0"/>
    </a:custClr>
    <a:custClr name="Null">
      <a:srgbClr val="FEFFFF"/>
    </a:custClr>
    <a:custClr name="Null">
      <a:srgbClr val="FEFFFF"/>
    </a:custClr>
    <a:custClr name="Null">
      <a:srgbClr val="FEFFFF"/>
    </a:custClr>
  </a:custClrLst>
  <a:extLst>
    <a:ext uri="{05A4C25C-085E-4340-85A3-A5531E510DB2}">
      <thm15:themeFamily xmlns:thm15="http://schemas.microsoft.com/office/thememl/2012/main" name="Clean Slides" id="{E774E0EA-0A1C-424A-9EB8-5D1611877CC6}" vid="{ADA53119-C731-48C6-9931-9DEAE6B837B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10470</TotalTime>
  <Words>0</Words>
  <Application>Microsoft Macintosh PowerPoint</Application>
  <PresentationFormat>Widescreen</PresentationFormat>
  <Paragraphs>0</Paragraphs>
  <Slides>1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9" baseType="lpstr">
      <vt:lpstr>Georgia</vt:lpstr>
      <vt:lpstr>Segoe UI</vt:lpstr>
      <vt:lpstr>Inter</vt:lpstr>
      <vt:lpstr>Aptos</vt:lpstr>
      <vt:lpstr>Arial</vt:lpstr>
      <vt:lpstr>Yu Mincho Demibold</vt:lpstr>
      <vt:lpstr>Clean Slides</vt:lpstr>
      <vt:lpstr>think-cell Slide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Thomas Mustier</dc:creator>
  <cp:lastModifiedBy>Thomas Mustier</cp:lastModifiedBy>
  <cp:revision>402</cp:revision>
  <cp:lastPrinted>2025-07-01T22:35:02Z</cp:lastPrinted>
  <dcterms:created xsi:type="dcterms:W3CDTF">2025-01-29T23:48:17Z</dcterms:created>
  <dcterms:modified xsi:type="dcterms:W3CDTF">2026-02-06T18:44:30Z</dcterms:modified>
</cp:coreProperties>
</file>